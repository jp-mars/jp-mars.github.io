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9900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276" y="84"/>
      </p:cViewPr>
      <p:guideLst/>
    </p:cSldViewPr>
  </p:slideViewPr>
  <p:notesTextViewPr>
    <p:cViewPr>
      <p:scale>
        <a:sx n="50" d="100"/>
        <a:sy n="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CCF0EF-7992-6B4C-C10E-249EB7C3E5D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A90B39D1-A7A7-C813-763A-F2F29AC7B1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4C1F946-962B-7868-4705-D72C2902E0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75E6FC-F0F5-47B3-EAAB-8A434D129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FBACA5E-4FD9-9E3B-D2A2-2247BBCE7D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671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97EBB5-EAC1-6177-05C3-94F6D7E4A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3DB406D-8B8C-0C3A-AF5A-437D3E883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DD23273-8B49-B36C-58F0-B257C9494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EE0D25E-4EEE-D673-4DD4-71ACB3199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E0FD918-98F9-3DA4-EBC5-8739265A4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1307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07412B-660F-D0F5-D183-A7EC9C798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4A606A5-00C5-E251-788E-22E1413D9D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04A470A-D511-2800-5AC5-12E8B4181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3EA6DE1-33AB-C27B-9486-57B5A92D0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F980AB5-EA09-0170-28DF-4D09CF8D1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1606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3F6AEA-69F9-4A4B-155F-D786D37D68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038B2061-C261-B1DF-7877-4248C1EDF7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204435B-2A1D-D878-9EAA-290D629767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EAAFC3F-0D7D-26BE-D69F-FAC34E3AA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CBFA32-E674-6391-510D-4FC3D8ADF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A30EFD4-2768-6F78-CDAC-4BF9CEA0F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21874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48FD97A-AB10-A4F8-E881-F9EC88B96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48846FA-5A1B-78C1-04E1-C929DF0E52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03EBB7-0BC6-1AE1-94D7-EE28B9CDE7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7DB72D9E-0C7C-ED25-A92B-0C247ADA6C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DB3AA3-0FD6-A1AF-CBDE-601855E8E5B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CEECA7F-904F-4A2C-458D-3E9CBCCC9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63606D45-0F51-CC75-8EEF-CDE4CCE34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3C3B0A69-2394-3DA9-93E2-7EFAB0CF75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57020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FA50A68-4D03-245E-5957-4276CF7FE1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F6DA7F5-4B9F-DE94-A139-20D169644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BE23380-DA61-1CB1-2D37-755B3B236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5AAD1BF-7664-CACE-113B-A920986E5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0571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D9BB789B-FFE1-F1C7-4D04-0390BE79B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9D579F2-C51F-8F3A-217C-3C0C93D83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B656FFB-7CC7-F15E-F56D-027F9423F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09796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5B64652-3DD8-1286-4D42-9C45C6D30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5516644-4C67-570F-5657-3D3050136F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C1F83E3D-F008-653D-07CA-AF4264AF04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ED0DA6D-D55C-B695-3ED6-424A3D379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81F48982-29B6-8DD2-B68F-C110F8212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7F250D-B2B0-7616-7C41-67BE37138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64134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7C2FD1F-35B3-D59B-1C34-3A648523F6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BC9A30-FF8F-A33C-1944-A3C7119C8A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5FCC7F4-854A-C5E8-F65E-D122B0CA2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2E092D7-86AB-16E7-213D-F92B1BD3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3571C8F-55A4-82DA-7B45-55FD71E98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09ED980-BF16-1CAA-A574-A822F16E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3644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C903316-A73D-B41C-88A0-C04CCF43C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F1905D1-33B8-9D36-D175-50564323E1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98F0A0A-32F9-EC18-3130-920AA23C0F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2B17F59-BA70-4C49-5194-D329E7C43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6DAA1DB-7443-D588-E578-DFB4E00BC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48058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338808A-FB11-EE47-A62B-EC41D23B5E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6D4DCDB-0E7D-49F1-CAA2-05E0101FD6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E731429-F111-1E0B-6CF9-35B2B5BC6A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50C7B16-E62B-4129-DFC1-1E307EB73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79ADC02-3C62-E833-A7FE-162332D86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72309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61F1D79-504C-F858-BBFF-BBFFAFC42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F1F2D78-9ADB-084F-94A4-769BE5453D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8A61B5-B488-5F4F-3303-D4775E6897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D825A2-EABD-4FF3-8630-F96A094AF1AB}" type="datetimeFigureOut">
              <a:rPr kumimoji="1" lang="ja-JP" altLang="en-US" smtClean="0"/>
              <a:t>2026/6/22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A1A1004-AEDF-8D98-1764-3E5492C575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534F1-EEFE-A4C8-7AD6-3E2B2B279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953352-E0EF-4C39-82AD-912DCAED7C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3756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00F3B4BA-877D-B52A-18BF-435EEEB82689}"/>
              </a:ext>
            </a:extLst>
          </p:cNvPr>
          <p:cNvGrpSpPr/>
          <p:nvPr/>
        </p:nvGrpSpPr>
        <p:grpSpPr>
          <a:xfrm>
            <a:off x="3917950" y="1866899"/>
            <a:ext cx="3790950" cy="1008000"/>
            <a:chOff x="3917950" y="1866899"/>
            <a:chExt cx="3790950" cy="1008000"/>
          </a:xfrm>
        </p:grpSpPr>
        <p:sp>
          <p:nvSpPr>
            <p:cNvPr id="2" name="正方形/長方形 1">
              <a:extLst>
                <a:ext uri="{FF2B5EF4-FFF2-40B4-BE49-F238E27FC236}">
                  <a16:creationId xmlns:a16="http://schemas.microsoft.com/office/drawing/2014/main" id="{018E382D-94F5-52AF-F1A0-027ACB119C2A}"/>
                </a:ext>
              </a:extLst>
            </p:cNvPr>
            <p:cNvSpPr/>
            <p:nvPr/>
          </p:nvSpPr>
          <p:spPr>
            <a:xfrm>
              <a:off x="3917950" y="1866899"/>
              <a:ext cx="3790950" cy="10080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30" name="グループ化 29">
              <a:extLst>
                <a:ext uri="{FF2B5EF4-FFF2-40B4-BE49-F238E27FC236}">
                  <a16:creationId xmlns:a16="http://schemas.microsoft.com/office/drawing/2014/main" id="{8583BD24-1BA9-FF2E-82BE-C0A5B404B6F7}"/>
                </a:ext>
              </a:extLst>
            </p:cNvPr>
            <p:cNvGrpSpPr/>
            <p:nvPr/>
          </p:nvGrpSpPr>
          <p:grpSpPr>
            <a:xfrm>
              <a:off x="3986691" y="1898649"/>
              <a:ext cx="3670006" cy="910769"/>
              <a:chOff x="3257018" y="2932545"/>
              <a:chExt cx="3670006" cy="910769"/>
            </a:xfrm>
          </p:grpSpPr>
          <p:sp>
            <p:nvSpPr>
              <p:cNvPr id="5" name="テキスト ボックス 4">
                <a:extLst>
                  <a:ext uri="{FF2B5EF4-FFF2-40B4-BE49-F238E27FC236}">
                    <a16:creationId xmlns:a16="http://schemas.microsoft.com/office/drawing/2014/main" id="{945C1E12-5934-1503-A21E-4E28DF72127D}"/>
                  </a:ext>
                </a:extLst>
              </p:cNvPr>
              <p:cNvSpPr txBox="1"/>
              <p:nvPr/>
            </p:nvSpPr>
            <p:spPr>
              <a:xfrm>
                <a:off x="4961421" y="2932545"/>
                <a:ext cx="196560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4800" b="1" i="1" dirty="0">
                    <a:solidFill>
                      <a:schemeClr val="tx2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MARs</a:t>
                </a:r>
                <a:endParaRPr kumimoji="1" lang="ja-JP" altLang="en-US" sz="4800" b="1" i="1" dirty="0">
                  <a:solidFill>
                    <a:schemeClr val="tx2"/>
                  </a:solidFill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Black" panose="020B0A02040204020203" pitchFamily="34" charset="0"/>
                  <a:ea typeface="BIZ UDP明朝 Medium" panose="02020500000000000000" pitchFamily="18" charset="-128"/>
                </a:endParaRPr>
              </a:p>
            </p:txBody>
          </p:sp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8787D030-0F7D-8D96-B320-FD258D6FF987}"/>
                  </a:ext>
                </a:extLst>
              </p:cNvPr>
              <p:cNvSpPr txBox="1"/>
              <p:nvPr/>
            </p:nvSpPr>
            <p:spPr>
              <a:xfrm>
                <a:off x="4651901" y="2932545"/>
                <a:ext cx="434734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4800" b="1" dirty="0"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-</a:t>
                </a:r>
                <a:endParaRPr kumimoji="1" lang="ja-JP" altLang="en-US" sz="4800" b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Black" panose="020B0A02040204020203" pitchFamily="34" charset="0"/>
                  <a:ea typeface="BIZ UDP明朝 Medium" panose="02020500000000000000" pitchFamily="18" charset="-128"/>
                </a:endParaRPr>
              </a:p>
            </p:txBody>
          </p:sp>
          <p:sp>
            <p:nvSpPr>
              <p:cNvPr id="7" name="四角形: 角を丸くする 6">
                <a:extLst>
                  <a:ext uri="{FF2B5EF4-FFF2-40B4-BE49-F238E27FC236}">
                    <a16:creationId xmlns:a16="http://schemas.microsoft.com/office/drawing/2014/main" id="{775248F8-015A-3853-021E-44868112E6A3}"/>
                  </a:ext>
                </a:extLst>
              </p:cNvPr>
              <p:cNvSpPr/>
              <p:nvPr/>
            </p:nvSpPr>
            <p:spPr>
              <a:xfrm>
                <a:off x="3538195" y="3202781"/>
                <a:ext cx="368300" cy="36000"/>
              </a:xfrm>
              <a:prstGeom prst="roundRect">
                <a:avLst>
                  <a:gd name="adj" fmla="val 4375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8" name="四角形: 角を丸くする 7">
                <a:extLst>
                  <a:ext uri="{FF2B5EF4-FFF2-40B4-BE49-F238E27FC236}">
                    <a16:creationId xmlns:a16="http://schemas.microsoft.com/office/drawing/2014/main" id="{D83DD20E-3989-1121-2367-6D86642F90DB}"/>
                  </a:ext>
                </a:extLst>
              </p:cNvPr>
              <p:cNvSpPr/>
              <p:nvPr/>
            </p:nvSpPr>
            <p:spPr>
              <a:xfrm>
                <a:off x="3538195" y="3281590"/>
                <a:ext cx="368300" cy="36000"/>
              </a:xfrm>
              <a:prstGeom prst="roundRect">
                <a:avLst>
                  <a:gd name="adj" fmla="val 4375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1" name="四角形: 角を丸くする 10">
                <a:extLst>
                  <a:ext uri="{FF2B5EF4-FFF2-40B4-BE49-F238E27FC236}">
                    <a16:creationId xmlns:a16="http://schemas.microsoft.com/office/drawing/2014/main" id="{48EB1E2A-0470-5CE8-1B6B-A37A7C6CA29B}"/>
                  </a:ext>
                </a:extLst>
              </p:cNvPr>
              <p:cNvSpPr/>
              <p:nvPr/>
            </p:nvSpPr>
            <p:spPr>
              <a:xfrm>
                <a:off x="3538195" y="3360399"/>
                <a:ext cx="368300" cy="36000"/>
              </a:xfrm>
              <a:prstGeom prst="roundRect">
                <a:avLst>
                  <a:gd name="adj" fmla="val 4375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2" name="四角形: 角を丸くする 11">
                <a:extLst>
                  <a:ext uri="{FF2B5EF4-FFF2-40B4-BE49-F238E27FC236}">
                    <a16:creationId xmlns:a16="http://schemas.microsoft.com/office/drawing/2014/main" id="{6A204EEF-8424-5569-6087-B462E5E60ED7}"/>
                  </a:ext>
                </a:extLst>
              </p:cNvPr>
              <p:cNvSpPr/>
              <p:nvPr/>
            </p:nvSpPr>
            <p:spPr>
              <a:xfrm>
                <a:off x="3538195" y="3439208"/>
                <a:ext cx="368300" cy="36000"/>
              </a:xfrm>
              <a:prstGeom prst="roundRect">
                <a:avLst>
                  <a:gd name="adj" fmla="val 4375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3" name="四角形: 角を丸くする 12">
                <a:extLst>
                  <a:ext uri="{FF2B5EF4-FFF2-40B4-BE49-F238E27FC236}">
                    <a16:creationId xmlns:a16="http://schemas.microsoft.com/office/drawing/2014/main" id="{5E88CE1D-D58E-5059-F72B-3B2A46726D8C}"/>
                  </a:ext>
                </a:extLst>
              </p:cNvPr>
              <p:cNvSpPr/>
              <p:nvPr/>
            </p:nvSpPr>
            <p:spPr>
              <a:xfrm>
                <a:off x="3538195" y="3518017"/>
                <a:ext cx="368300" cy="36000"/>
              </a:xfrm>
              <a:prstGeom prst="roundRect">
                <a:avLst>
                  <a:gd name="adj" fmla="val 43750"/>
                </a:avLst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17" name="アーチ 16">
                <a:extLst>
                  <a:ext uri="{FF2B5EF4-FFF2-40B4-BE49-F238E27FC236}">
                    <a16:creationId xmlns:a16="http://schemas.microsoft.com/office/drawing/2014/main" id="{C4E59355-7BB9-6094-C215-8F2B89971DC9}"/>
                  </a:ext>
                </a:extLst>
              </p:cNvPr>
              <p:cNvSpPr/>
              <p:nvPr/>
            </p:nvSpPr>
            <p:spPr>
              <a:xfrm rot="16200000">
                <a:off x="3366733" y="3290337"/>
                <a:ext cx="148871" cy="148871"/>
              </a:xfrm>
              <a:prstGeom prst="blockArc">
                <a:avLst>
                  <a:gd name="adj1" fmla="val 9530324"/>
                  <a:gd name="adj2" fmla="val 1321728"/>
                  <a:gd name="adj3" fmla="val 6892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アーチ 18">
                <a:extLst>
                  <a:ext uri="{FF2B5EF4-FFF2-40B4-BE49-F238E27FC236}">
                    <a16:creationId xmlns:a16="http://schemas.microsoft.com/office/drawing/2014/main" id="{B3A423A7-757A-56E7-99D0-4DC85A719858}"/>
                  </a:ext>
                </a:extLst>
              </p:cNvPr>
              <p:cNvSpPr/>
              <p:nvPr/>
            </p:nvSpPr>
            <p:spPr>
              <a:xfrm rot="16200000">
                <a:off x="3316333" y="3244547"/>
                <a:ext cx="243304" cy="243304"/>
              </a:xfrm>
              <a:prstGeom prst="blockArc">
                <a:avLst>
                  <a:gd name="adj1" fmla="val 9530324"/>
                  <a:gd name="adj2" fmla="val 1321728"/>
                  <a:gd name="adj3" fmla="val 6892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アーチ 19">
                <a:extLst>
                  <a:ext uri="{FF2B5EF4-FFF2-40B4-BE49-F238E27FC236}">
                    <a16:creationId xmlns:a16="http://schemas.microsoft.com/office/drawing/2014/main" id="{110DF026-2DC5-D53A-9EB0-595BB5C44A39}"/>
                  </a:ext>
                </a:extLst>
              </p:cNvPr>
              <p:cNvSpPr/>
              <p:nvPr/>
            </p:nvSpPr>
            <p:spPr>
              <a:xfrm rot="16200000">
                <a:off x="3257018" y="3185718"/>
                <a:ext cx="368299" cy="368299"/>
              </a:xfrm>
              <a:prstGeom prst="blockArc">
                <a:avLst>
                  <a:gd name="adj1" fmla="val 9530324"/>
                  <a:gd name="adj2" fmla="val 1321728"/>
                  <a:gd name="adj3" fmla="val 6892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アーチ 20">
                <a:extLst>
                  <a:ext uri="{FF2B5EF4-FFF2-40B4-BE49-F238E27FC236}">
                    <a16:creationId xmlns:a16="http://schemas.microsoft.com/office/drawing/2014/main" id="{6CA68BAF-9053-2B6B-C791-6C9455681FFD}"/>
                  </a:ext>
                </a:extLst>
              </p:cNvPr>
              <p:cNvSpPr/>
              <p:nvPr/>
            </p:nvSpPr>
            <p:spPr>
              <a:xfrm rot="5400000">
                <a:off x="3897579" y="3284537"/>
                <a:ext cx="148871" cy="148871"/>
              </a:xfrm>
              <a:prstGeom prst="blockArc">
                <a:avLst>
                  <a:gd name="adj1" fmla="val 9530324"/>
                  <a:gd name="adj2" fmla="val 1321728"/>
                  <a:gd name="adj3" fmla="val 6892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アーチ 21">
                <a:extLst>
                  <a:ext uri="{FF2B5EF4-FFF2-40B4-BE49-F238E27FC236}">
                    <a16:creationId xmlns:a16="http://schemas.microsoft.com/office/drawing/2014/main" id="{394B9148-1138-16F5-C0CD-48156A2E3789}"/>
                  </a:ext>
                </a:extLst>
              </p:cNvPr>
              <p:cNvSpPr/>
              <p:nvPr/>
            </p:nvSpPr>
            <p:spPr>
              <a:xfrm rot="5400000">
                <a:off x="3847179" y="3238747"/>
                <a:ext cx="243304" cy="243304"/>
              </a:xfrm>
              <a:prstGeom prst="blockArc">
                <a:avLst>
                  <a:gd name="adj1" fmla="val 9530324"/>
                  <a:gd name="adj2" fmla="val 1321728"/>
                  <a:gd name="adj3" fmla="val 6892"/>
                </a:avLst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A2077FF-A209-06B9-F842-6AD631DC6C78}"/>
                  </a:ext>
                </a:extLst>
              </p:cNvPr>
              <p:cNvSpPr txBox="1"/>
              <p:nvPr/>
            </p:nvSpPr>
            <p:spPr>
              <a:xfrm>
                <a:off x="3870283" y="2932545"/>
                <a:ext cx="910827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4800" b="1" i="1" dirty="0">
                    <a:solidFill>
                      <a:srgbClr val="FF0000"/>
                    </a:solidFill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JP</a:t>
                </a:r>
                <a:endParaRPr kumimoji="1" lang="ja-JP" altLang="en-US" sz="4800" b="1" i="1" dirty="0">
                  <a:effectLst>
                    <a:outerShdw blurRad="50800" dist="38100" dir="2700000" algn="tl" rotWithShape="0">
                      <a:prstClr val="black">
                        <a:alpha val="40000"/>
                      </a:prstClr>
                    </a:outerShdw>
                  </a:effectLst>
                  <a:latin typeface="Segoe UI Black" panose="020B0A02040204020203" pitchFamily="34" charset="0"/>
                  <a:ea typeface="BIZ UDP明朝 Medium" panose="02020500000000000000" pitchFamily="18" charset="-128"/>
                </a:endParaRPr>
              </a:p>
            </p:txBody>
          </p:sp>
          <p:sp>
            <p:nvSpPr>
              <p:cNvPr id="24" name="フリーフォーム: 図形 23">
                <a:extLst>
                  <a:ext uri="{FF2B5EF4-FFF2-40B4-BE49-F238E27FC236}">
                    <a16:creationId xmlns:a16="http://schemas.microsoft.com/office/drawing/2014/main" id="{78774880-17E6-FF7A-B974-703D11F62C55}"/>
                  </a:ext>
                </a:extLst>
              </p:cNvPr>
              <p:cNvSpPr/>
              <p:nvPr/>
            </p:nvSpPr>
            <p:spPr>
              <a:xfrm>
                <a:off x="3818714" y="3571165"/>
                <a:ext cx="1142707" cy="189878"/>
              </a:xfrm>
              <a:custGeom>
                <a:avLst/>
                <a:gdLst>
                  <a:gd name="csX0" fmla="*/ 1140 w 1403339"/>
                  <a:gd name="csY0" fmla="*/ 76 h 178173"/>
                  <a:gd name="csX1" fmla="*/ 347215 w 1403339"/>
                  <a:gd name="csY1" fmla="*/ 117551 h 178173"/>
                  <a:gd name="csX2" fmla="*/ 671065 w 1403339"/>
                  <a:gd name="csY2" fmla="*/ 142951 h 178173"/>
                  <a:gd name="csX3" fmla="*/ 1115565 w 1403339"/>
                  <a:gd name="csY3" fmla="*/ 146126 h 178173"/>
                  <a:gd name="csX4" fmla="*/ 1366390 w 1403339"/>
                  <a:gd name="csY4" fmla="*/ 92151 h 178173"/>
                  <a:gd name="csX5" fmla="*/ 1398140 w 1403339"/>
                  <a:gd name="csY5" fmla="*/ 79451 h 178173"/>
                  <a:gd name="csX6" fmla="*/ 1375915 w 1403339"/>
                  <a:gd name="csY6" fmla="*/ 111201 h 178173"/>
                  <a:gd name="csX7" fmla="*/ 1147315 w 1403339"/>
                  <a:gd name="csY7" fmla="*/ 168351 h 178173"/>
                  <a:gd name="csX8" fmla="*/ 801240 w 1403339"/>
                  <a:gd name="csY8" fmla="*/ 177876 h 178173"/>
                  <a:gd name="csX9" fmla="*/ 413890 w 1403339"/>
                  <a:gd name="csY9" fmla="*/ 165176 h 178173"/>
                  <a:gd name="csX10" fmla="*/ 242440 w 1403339"/>
                  <a:gd name="csY10" fmla="*/ 136601 h 178173"/>
                  <a:gd name="csX11" fmla="*/ 1140 w 1403339"/>
                  <a:gd name="csY11" fmla="*/ 76 h 178173"/>
                  <a:gd name="csX0" fmla="*/ 1140 w 1472001"/>
                  <a:gd name="csY0" fmla="*/ 76 h 178173"/>
                  <a:gd name="csX1" fmla="*/ 347215 w 1472001"/>
                  <a:gd name="csY1" fmla="*/ 117551 h 178173"/>
                  <a:gd name="csX2" fmla="*/ 671065 w 1472001"/>
                  <a:gd name="csY2" fmla="*/ 142951 h 178173"/>
                  <a:gd name="csX3" fmla="*/ 1115565 w 1472001"/>
                  <a:gd name="csY3" fmla="*/ 146126 h 178173"/>
                  <a:gd name="csX4" fmla="*/ 1366390 w 1472001"/>
                  <a:gd name="csY4" fmla="*/ 92151 h 178173"/>
                  <a:gd name="csX5" fmla="*/ 1471959 w 1472001"/>
                  <a:gd name="csY5" fmla="*/ 43733 h 178173"/>
                  <a:gd name="csX6" fmla="*/ 1375915 w 1472001"/>
                  <a:gd name="csY6" fmla="*/ 111201 h 178173"/>
                  <a:gd name="csX7" fmla="*/ 1147315 w 1472001"/>
                  <a:gd name="csY7" fmla="*/ 168351 h 178173"/>
                  <a:gd name="csX8" fmla="*/ 801240 w 1472001"/>
                  <a:gd name="csY8" fmla="*/ 177876 h 178173"/>
                  <a:gd name="csX9" fmla="*/ 413890 w 1472001"/>
                  <a:gd name="csY9" fmla="*/ 165176 h 178173"/>
                  <a:gd name="csX10" fmla="*/ 242440 w 1472001"/>
                  <a:gd name="csY10" fmla="*/ 136601 h 178173"/>
                  <a:gd name="csX11" fmla="*/ 1140 w 1472001"/>
                  <a:gd name="csY11" fmla="*/ 76 h 178173"/>
                  <a:gd name="csX0" fmla="*/ 9458 w 1480319"/>
                  <a:gd name="csY0" fmla="*/ 319 h 178416"/>
                  <a:gd name="csX1" fmla="*/ 355533 w 1480319"/>
                  <a:gd name="csY1" fmla="*/ 117794 h 178416"/>
                  <a:gd name="csX2" fmla="*/ 679383 w 1480319"/>
                  <a:gd name="csY2" fmla="*/ 143194 h 178416"/>
                  <a:gd name="csX3" fmla="*/ 1123883 w 1480319"/>
                  <a:gd name="csY3" fmla="*/ 146369 h 178416"/>
                  <a:gd name="csX4" fmla="*/ 1374708 w 1480319"/>
                  <a:gd name="csY4" fmla="*/ 92394 h 178416"/>
                  <a:gd name="csX5" fmla="*/ 1480277 w 1480319"/>
                  <a:gd name="csY5" fmla="*/ 43976 h 178416"/>
                  <a:gd name="csX6" fmla="*/ 1384233 w 1480319"/>
                  <a:gd name="csY6" fmla="*/ 111444 h 178416"/>
                  <a:gd name="csX7" fmla="*/ 1155633 w 1480319"/>
                  <a:gd name="csY7" fmla="*/ 168594 h 178416"/>
                  <a:gd name="csX8" fmla="*/ 809558 w 1480319"/>
                  <a:gd name="csY8" fmla="*/ 178119 h 178416"/>
                  <a:gd name="csX9" fmla="*/ 422208 w 1480319"/>
                  <a:gd name="csY9" fmla="*/ 165419 h 178416"/>
                  <a:gd name="csX10" fmla="*/ 126933 w 1480319"/>
                  <a:gd name="csY10" fmla="*/ 84456 h 178416"/>
                  <a:gd name="csX11" fmla="*/ 9458 w 1480319"/>
                  <a:gd name="csY11" fmla="*/ 319 h 178416"/>
                  <a:gd name="csX0" fmla="*/ 55267 w 1526128"/>
                  <a:gd name="csY0" fmla="*/ 2566 h 180663"/>
                  <a:gd name="csX1" fmla="*/ 401342 w 1526128"/>
                  <a:gd name="csY1" fmla="*/ 120041 h 180663"/>
                  <a:gd name="csX2" fmla="*/ 725192 w 1526128"/>
                  <a:gd name="csY2" fmla="*/ 145441 h 180663"/>
                  <a:gd name="csX3" fmla="*/ 1169692 w 1526128"/>
                  <a:gd name="csY3" fmla="*/ 148616 h 180663"/>
                  <a:gd name="csX4" fmla="*/ 1420517 w 1526128"/>
                  <a:gd name="csY4" fmla="*/ 94641 h 180663"/>
                  <a:gd name="csX5" fmla="*/ 1526086 w 1526128"/>
                  <a:gd name="csY5" fmla="*/ 46223 h 180663"/>
                  <a:gd name="csX6" fmla="*/ 1430042 w 1526128"/>
                  <a:gd name="csY6" fmla="*/ 113691 h 180663"/>
                  <a:gd name="csX7" fmla="*/ 1201442 w 1526128"/>
                  <a:gd name="csY7" fmla="*/ 170841 h 180663"/>
                  <a:gd name="csX8" fmla="*/ 855367 w 1526128"/>
                  <a:gd name="csY8" fmla="*/ 180366 h 180663"/>
                  <a:gd name="csX9" fmla="*/ 468017 w 1526128"/>
                  <a:gd name="csY9" fmla="*/ 167666 h 180663"/>
                  <a:gd name="csX10" fmla="*/ 44155 w 1526128"/>
                  <a:gd name="csY10" fmla="*/ 46222 h 180663"/>
                  <a:gd name="csX11" fmla="*/ 55267 w 1526128"/>
                  <a:gd name="csY11" fmla="*/ 2566 h 180663"/>
                  <a:gd name="csX0" fmla="*/ 63500 w 1534361"/>
                  <a:gd name="csY0" fmla="*/ 4351 h 182448"/>
                  <a:gd name="csX1" fmla="*/ 409575 w 1534361"/>
                  <a:gd name="csY1" fmla="*/ 121826 h 182448"/>
                  <a:gd name="csX2" fmla="*/ 733425 w 1534361"/>
                  <a:gd name="csY2" fmla="*/ 147226 h 182448"/>
                  <a:gd name="csX3" fmla="*/ 1177925 w 1534361"/>
                  <a:gd name="csY3" fmla="*/ 150401 h 182448"/>
                  <a:gd name="csX4" fmla="*/ 1428750 w 1534361"/>
                  <a:gd name="csY4" fmla="*/ 96426 h 182448"/>
                  <a:gd name="csX5" fmla="*/ 1534319 w 1534361"/>
                  <a:gd name="csY5" fmla="*/ 48008 h 182448"/>
                  <a:gd name="csX6" fmla="*/ 1438275 w 1534361"/>
                  <a:gd name="csY6" fmla="*/ 115476 h 182448"/>
                  <a:gd name="csX7" fmla="*/ 1209675 w 1534361"/>
                  <a:gd name="csY7" fmla="*/ 172626 h 182448"/>
                  <a:gd name="csX8" fmla="*/ 863600 w 1534361"/>
                  <a:gd name="csY8" fmla="*/ 182151 h 182448"/>
                  <a:gd name="csX9" fmla="*/ 476250 w 1534361"/>
                  <a:gd name="csY9" fmla="*/ 169451 h 182448"/>
                  <a:gd name="csX10" fmla="*/ 52388 w 1534361"/>
                  <a:gd name="csY10" fmla="*/ 48007 h 182448"/>
                  <a:gd name="csX11" fmla="*/ 7938 w 1534361"/>
                  <a:gd name="csY11" fmla="*/ 27371 h 182448"/>
                  <a:gd name="csX12" fmla="*/ 63500 w 1534361"/>
                  <a:gd name="csY12" fmla="*/ 4351 h 182448"/>
                  <a:gd name="csX0" fmla="*/ 59283 w 1530144"/>
                  <a:gd name="csY0" fmla="*/ 9011 h 187108"/>
                  <a:gd name="csX1" fmla="*/ 405358 w 1530144"/>
                  <a:gd name="csY1" fmla="*/ 126486 h 187108"/>
                  <a:gd name="csX2" fmla="*/ 729208 w 1530144"/>
                  <a:gd name="csY2" fmla="*/ 151886 h 187108"/>
                  <a:gd name="csX3" fmla="*/ 1173708 w 1530144"/>
                  <a:gd name="csY3" fmla="*/ 155061 h 187108"/>
                  <a:gd name="csX4" fmla="*/ 1424533 w 1530144"/>
                  <a:gd name="csY4" fmla="*/ 101086 h 187108"/>
                  <a:gd name="csX5" fmla="*/ 1530102 w 1530144"/>
                  <a:gd name="csY5" fmla="*/ 52668 h 187108"/>
                  <a:gd name="csX6" fmla="*/ 1434058 w 1530144"/>
                  <a:gd name="csY6" fmla="*/ 120136 h 187108"/>
                  <a:gd name="csX7" fmla="*/ 1205458 w 1530144"/>
                  <a:gd name="csY7" fmla="*/ 177286 h 187108"/>
                  <a:gd name="csX8" fmla="*/ 859383 w 1530144"/>
                  <a:gd name="csY8" fmla="*/ 186811 h 187108"/>
                  <a:gd name="csX9" fmla="*/ 472033 w 1530144"/>
                  <a:gd name="csY9" fmla="*/ 174111 h 187108"/>
                  <a:gd name="csX10" fmla="*/ 48171 w 1530144"/>
                  <a:gd name="csY10" fmla="*/ 52667 h 187108"/>
                  <a:gd name="csX11" fmla="*/ 10865 w 1530144"/>
                  <a:gd name="csY11" fmla="*/ 12981 h 187108"/>
                  <a:gd name="csX12" fmla="*/ 59283 w 1530144"/>
                  <a:gd name="csY12" fmla="*/ 9011 h 187108"/>
                  <a:gd name="csX0" fmla="*/ 66426 w 1530144"/>
                  <a:gd name="csY0" fmla="*/ 9011 h 187108"/>
                  <a:gd name="csX1" fmla="*/ 405358 w 1530144"/>
                  <a:gd name="csY1" fmla="*/ 126486 h 187108"/>
                  <a:gd name="csX2" fmla="*/ 729208 w 1530144"/>
                  <a:gd name="csY2" fmla="*/ 151886 h 187108"/>
                  <a:gd name="csX3" fmla="*/ 1173708 w 1530144"/>
                  <a:gd name="csY3" fmla="*/ 155061 h 187108"/>
                  <a:gd name="csX4" fmla="*/ 1424533 w 1530144"/>
                  <a:gd name="csY4" fmla="*/ 101086 h 187108"/>
                  <a:gd name="csX5" fmla="*/ 1530102 w 1530144"/>
                  <a:gd name="csY5" fmla="*/ 52668 h 187108"/>
                  <a:gd name="csX6" fmla="*/ 1434058 w 1530144"/>
                  <a:gd name="csY6" fmla="*/ 120136 h 187108"/>
                  <a:gd name="csX7" fmla="*/ 1205458 w 1530144"/>
                  <a:gd name="csY7" fmla="*/ 177286 h 187108"/>
                  <a:gd name="csX8" fmla="*/ 859383 w 1530144"/>
                  <a:gd name="csY8" fmla="*/ 186811 h 187108"/>
                  <a:gd name="csX9" fmla="*/ 472033 w 1530144"/>
                  <a:gd name="csY9" fmla="*/ 174111 h 187108"/>
                  <a:gd name="csX10" fmla="*/ 48171 w 1530144"/>
                  <a:gd name="csY10" fmla="*/ 52667 h 187108"/>
                  <a:gd name="csX11" fmla="*/ 10865 w 1530144"/>
                  <a:gd name="csY11" fmla="*/ 12981 h 187108"/>
                  <a:gd name="csX12" fmla="*/ 66426 w 1530144"/>
                  <a:gd name="csY12" fmla="*/ 9011 h 187108"/>
                  <a:gd name="csX0" fmla="*/ 85476 w 1530144"/>
                  <a:gd name="csY0" fmla="*/ 7343 h 192584"/>
                  <a:gd name="csX1" fmla="*/ 405358 w 1530144"/>
                  <a:gd name="csY1" fmla="*/ 131962 h 192584"/>
                  <a:gd name="csX2" fmla="*/ 729208 w 1530144"/>
                  <a:gd name="csY2" fmla="*/ 157362 h 192584"/>
                  <a:gd name="csX3" fmla="*/ 1173708 w 1530144"/>
                  <a:gd name="csY3" fmla="*/ 160537 h 192584"/>
                  <a:gd name="csX4" fmla="*/ 1424533 w 1530144"/>
                  <a:gd name="csY4" fmla="*/ 106562 h 192584"/>
                  <a:gd name="csX5" fmla="*/ 1530102 w 1530144"/>
                  <a:gd name="csY5" fmla="*/ 58144 h 192584"/>
                  <a:gd name="csX6" fmla="*/ 1434058 w 1530144"/>
                  <a:gd name="csY6" fmla="*/ 125612 h 192584"/>
                  <a:gd name="csX7" fmla="*/ 1205458 w 1530144"/>
                  <a:gd name="csY7" fmla="*/ 182762 h 192584"/>
                  <a:gd name="csX8" fmla="*/ 859383 w 1530144"/>
                  <a:gd name="csY8" fmla="*/ 192287 h 192584"/>
                  <a:gd name="csX9" fmla="*/ 472033 w 1530144"/>
                  <a:gd name="csY9" fmla="*/ 179587 h 192584"/>
                  <a:gd name="csX10" fmla="*/ 48171 w 1530144"/>
                  <a:gd name="csY10" fmla="*/ 58143 h 192584"/>
                  <a:gd name="csX11" fmla="*/ 10865 w 1530144"/>
                  <a:gd name="csY11" fmla="*/ 18457 h 192584"/>
                  <a:gd name="csX12" fmla="*/ 85476 w 1530144"/>
                  <a:gd name="csY12" fmla="*/ 7343 h 192584"/>
                  <a:gd name="csX0" fmla="*/ 76101 w 1520769"/>
                  <a:gd name="csY0" fmla="*/ 8006 h 193247"/>
                  <a:gd name="csX1" fmla="*/ 395983 w 1520769"/>
                  <a:gd name="csY1" fmla="*/ 132625 h 193247"/>
                  <a:gd name="csX2" fmla="*/ 719833 w 1520769"/>
                  <a:gd name="csY2" fmla="*/ 158025 h 193247"/>
                  <a:gd name="csX3" fmla="*/ 1164333 w 1520769"/>
                  <a:gd name="csY3" fmla="*/ 161200 h 193247"/>
                  <a:gd name="csX4" fmla="*/ 1415158 w 1520769"/>
                  <a:gd name="csY4" fmla="*/ 107225 h 193247"/>
                  <a:gd name="csX5" fmla="*/ 1520727 w 1520769"/>
                  <a:gd name="csY5" fmla="*/ 58807 h 193247"/>
                  <a:gd name="csX6" fmla="*/ 1424683 w 1520769"/>
                  <a:gd name="csY6" fmla="*/ 126275 h 193247"/>
                  <a:gd name="csX7" fmla="*/ 1196083 w 1520769"/>
                  <a:gd name="csY7" fmla="*/ 183425 h 193247"/>
                  <a:gd name="csX8" fmla="*/ 850008 w 1520769"/>
                  <a:gd name="csY8" fmla="*/ 192950 h 193247"/>
                  <a:gd name="csX9" fmla="*/ 462658 w 1520769"/>
                  <a:gd name="csY9" fmla="*/ 180250 h 193247"/>
                  <a:gd name="csX10" fmla="*/ 38796 w 1520769"/>
                  <a:gd name="csY10" fmla="*/ 58806 h 193247"/>
                  <a:gd name="csX11" fmla="*/ 20540 w 1520769"/>
                  <a:gd name="csY11" fmla="*/ 16738 h 193247"/>
                  <a:gd name="csX12" fmla="*/ 76101 w 1520769"/>
                  <a:gd name="csY12" fmla="*/ 8006 h 193247"/>
                  <a:gd name="csX0" fmla="*/ 55724 w 1500392"/>
                  <a:gd name="csY0" fmla="*/ 8006 h 193247"/>
                  <a:gd name="csX1" fmla="*/ 375606 w 1500392"/>
                  <a:gd name="csY1" fmla="*/ 132625 h 193247"/>
                  <a:gd name="csX2" fmla="*/ 699456 w 1500392"/>
                  <a:gd name="csY2" fmla="*/ 158025 h 193247"/>
                  <a:gd name="csX3" fmla="*/ 1143956 w 1500392"/>
                  <a:gd name="csY3" fmla="*/ 161200 h 193247"/>
                  <a:gd name="csX4" fmla="*/ 1394781 w 1500392"/>
                  <a:gd name="csY4" fmla="*/ 107225 h 193247"/>
                  <a:gd name="csX5" fmla="*/ 1500350 w 1500392"/>
                  <a:gd name="csY5" fmla="*/ 58807 h 193247"/>
                  <a:gd name="csX6" fmla="*/ 1404306 w 1500392"/>
                  <a:gd name="csY6" fmla="*/ 126275 h 193247"/>
                  <a:gd name="csX7" fmla="*/ 1175706 w 1500392"/>
                  <a:gd name="csY7" fmla="*/ 183425 h 193247"/>
                  <a:gd name="csX8" fmla="*/ 829631 w 1500392"/>
                  <a:gd name="csY8" fmla="*/ 192950 h 193247"/>
                  <a:gd name="csX9" fmla="*/ 442281 w 1500392"/>
                  <a:gd name="csY9" fmla="*/ 180250 h 193247"/>
                  <a:gd name="csX10" fmla="*/ 85094 w 1500392"/>
                  <a:gd name="csY10" fmla="*/ 75474 h 193247"/>
                  <a:gd name="csX11" fmla="*/ 163 w 1500392"/>
                  <a:gd name="csY11" fmla="*/ 16738 h 193247"/>
                  <a:gd name="csX12" fmla="*/ 55724 w 1500392"/>
                  <a:gd name="csY12" fmla="*/ 8006 h 193247"/>
                  <a:gd name="csX0" fmla="*/ 55606 w 1500274"/>
                  <a:gd name="csY0" fmla="*/ 8006 h 193247"/>
                  <a:gd name="csX1" fmla="*/ 375488 w 1500274"/>
                  <a:gd name="csY1" fmla="*/ 132625 h 193247"/>
                  <a:gd name="csX2" fmla="*/ 699338 w 1500274"/>
                  <a:gd name="csY2" fmla="*/ 158025 h 193247"/>
                  <a:gd name="csX3" fmla="*/ 1143838 w 1500274"/>
                  <a:gd name="csY3" fmla="*/ 161200 h 193247"/>
                  <a:gd name="csX4" fmla="*/ 1394663 w 1500274"/>
                  <a:gd name="csY4" fmla="*/ 107225 h 193247"/>
                  <a:gd name="csX5" fmla="*/ 1500232 w 1500274"/>
                  <a:gd name="csY5" fmla="*/ 58807 h 193247"/>
                  <a:gd name="csX6" fmla="*/ 1404188 w 1500274"/>
                  <a:gd name="csY6" fmla="*/ 126275 h 193247"/>
                  <a:gd name="csX7" fmla="*/ 1175588 w 1500274"/>
                  <a:gd name="csY7" fmla="*/ 183425 h 193247"/>
                  <a:gd name="csX8" fmla="*/ 829513 w 1500274"/>
                  <a:gd name="csY8" fmla="*/ 192950 h 193247"/>
                  <a:gd name="csX9" fmla="*/ 442163 w 1500274"/>
                  <a:gd name="csY9" fmla="*/ 180250 h 193247"/>
                  <a:gd name="csX10" fmla="*/ 127839 w 1500274"/>
                  <a:gd name="csY10" fmla="*/ 84999 h 193247"/>
                  <a:gd name="csX11" fmla="*/ 45 w 1500274"/>
                  <a:gd name="csY11" fmla="*/ 16738 h 193247"/>
                  <a:gd name="csX12" fmla="*/ 55606 w 1500274"/>
                  <a:gd name="csY12" fmla="*/ 8006 h 193247"/>
                  <a:gd name="csX0" fmla="*/ 58061 w 1502729"/>
                  <a:gd name="csY0" fmla="*/ 1780 h 187021"/>
                  <a:gd name="csX1" fmla="*/ 377943 w 1502729"/>
                  <a:gd name="csY1" fmla="*/ 126399 h 187021"/>
                  <a:gd name="csX2" fmla="*/ 701793 w 1502729"/>
                  <a:gd name="csY2" fmla="*/ 151799 h 187021"/>
                  <a:gd name="csX3" fmla="*/ 1146293 w 1502729"/>
                  <a:gd name="csY3" fmla="*/ 154974 h 187021"/>
                  <a:gd name="csX4" fmla="*/ 1397118 w 1502729"/>
                  <a:gd name="csY4" fmla="*/ 100999 h 187021"/>
                  <a:gd name="csX5" fmla="*/ 1502687 w 1502729"/>
                  <a:gd name="csY5" fmla="*/ 52581 h 187021"/>
                  <a:gd name="csX6" fmla="*/ 1406643 w 1502729"/>
                  <a:gd name="csY6" fmla="*/ 120049 h 187021"/>
                  <a:gd name="csX7" fmla="*/ 1178043 w 1502729"/>
                  <a:gd name="csY7" fmla="*/ 177199 h 187021"/>
                  <a:gd name="csX8" fmla="*/ 831968 w 1502729"/>
                  <a:gd name="csY8" fmla="*/ 186724 h 187021"/>
                  <a:gd name="csX9" fmla="*/ 444618 w 1502729"/>
                  <a:gd name="csY9" fmla="*/ 174024 h 187021"/>
                  <a:gd name="csX10" fmla="*/ 130294 w 1502729"/>
                  <a:gd name="csY10" fmla="*/ 78773 h 187021"/>
                  <a:gd name="csX11" fmla="*/ 2500 w 1502729"/>
                  <a:gd name="csY11" fmla="*/ 10512 h 187021"/>
                  <a:gd name="csX12" fmla="*/ 58061 w 1502729"/>
                  <a:gd name="csY12" fmla="*/ 1780 h 187021"/>
                  <a:gd name="csX0" fmla="*/ 55606 w 1500274"/>
                  <a:gd name="csY0" fmla="*/ 7131 h 192372"/>
                  <a:gd name="csX1" fmla="*/ 294526 w 1500274"/>
                  <a:gd name="csY1" fmla="*/ 119844 h 192372"/>
                  <a:gd name="csX2" fmla="*/ 699338 w 1500274"/>
                  <a:gd name="csY2" fmla="*/ 157150 h 192372"/>
                  <a:gd name="csX3" fmla="*/ 1143838 w 1500274"/>
                  <a:gd name="csY3" fmla="*/ 160325 h 192372"/>
                  <a:gd name="csX4" fmla="*/ 1394663 w 1500274"/>
                  <a:gd name="csY4" fmla="*/ 106350 h 192372"/>
                  <a:gd name="csX5" fmla="*/ 1500232 w 1500274"/>
                  <a:gd name="csY5" fmla="*/ 57932 h 192372"/>
                  <a:gd name="csX6" fmla="*/ 1404188 w 1500274"/>
                  <a:gd name="csY6" fmla="*/ 125400 h 192372"/>
                  <a:gd name="csX7" fmla="*/ 1175588 w 1500274"/>
                  <a:gd name="csY7" fmla="*/ 182550 h 192372"/>
                  <a:gd name="csX8" fmla="*/ 829513 w 1500274"/>
                  <a:gd name="csY8" fmla="*/ 192075 h 192372"/>
                  <a:gd name="csX9" fmla="*/ 442163 w 1500274"/>
                  <a:gd name="csY9" fmla="*/ 179375 h 192372"/>
                  <a:gd name="csX10" fmla="*/ 127839 w 1500274"/>
                  <a:gd name="csY10" fmla="*/ 84124 h 192372"/>
                  <a:gd name="csX11" fmla="*/ 45 w 1500274"/>
                  <a:gd name="csY11" fmla="*/ 15863 h 192372"/>
                  <a:gd name="csX12" fmla="*/ 55606 w 1500274"/>
                  <a:gd name="csY12" fmla="*/ 7131 h 192372"/>
                  <a:gd name="csX0" fmla="*/ 55606 w 1500274"/>
                  <a:gd name="csY0" fmla="*/ 6433 h 191674"/>
                  <a:gd name="csX1" fmla="*/ 294526 w 1500274"/>
                  <a:gd name="csY1" fmla="*/ 109621 h 191674"/>
                  <a:gd name="csX2" fmla="*/ 699338 w 1500274"/>
                  <a:gd name="csY2" fmla="*/ 156452 h 191674"/>
                  <a:gd name="csX3" fmla="*/ 1143838 w 1500274"/>
                  <a:gd name="csY3" fmla="*/ 159627 h 191674"/>
                  <a:gd name="csX4" fmla="*/ 1394663 w 1500274"/>
                  <a:gd name="csY4" fmla="*/ 105652 h 191674"/>
                  <a:gd name="csX5" fmla="*/ 1500232 w 1500274"/>
                  <a:gd name="csY5" fmla="*/ 57234 h 191674"/>
                  <a:gd name="csX6" fmla="*/ 1404188 w 1500274"/>
                  <a:gd name="csY6" fmla="*/ 124702 h 191674"/>
                  <a:gd name="csX7" fmla="*/ 1175588 w 1500274"/>
                  <a:gd name="csY7" fmla="*/ 181852 h 191674"/>
                  <a:gd name="csX8" fmla="*/ 829513 w 1500274"/>
                  <a:gd name="csY8" fmla="*/ 191377 h 191674"/>
                  <a:gd name="csX9" fmla="*/ 442163 w 1500274"/>
                  <a:gd name="csY9" fmla="*/ 178677 h 191674"/>
                  <a:gd name="csX10" fmla="*/ 127839 w 1500274"/>
                  <a:gd name="csY10" fmla="*/ 83426 h 191674"/>
                  <a:gd name="csX11" fmla="*/ 45 w 1500274"/>
                  <a:gd name="csY11" fmla="*/ 15165 h 191674"/>
                  <a:gd name="csX12" fmla="*/ 55606 w 1500274"/>
                  <a:gd name="csY12" fmla="*/ 6433 h 191674"/>
                  <a:gd name="csX0" fmla="*/ 55601 w 1500269"/>
                  <a:gd name="csY0" fmla="*/ 6433 h 193403"/>
                  <a:gd name="csX1" fmla="*/ 294521 w 1500269"/>
                  <a:gd name="csY1" fmla="*/ 109621 h 193403"/>
                  <a:gd name="csX2" fmla="*/ 699333 w 1500269"/>
                  <a:gd name="csY2" fmla="*/ 156452 h 193403"/>
                  <a:gd name="csX3" fmla="*/ 1143833 w 1500269"/>
                  <a:gd name="csY3" fmla="*/ 159627 h 193403"/>
                  <a:gd name="csX4" fmla="*/ 1394658 w 1500269"/>
                  <a:gd name="csY4" fmla="*/ 105652 h 193403"/>
                  <a:gd name="csX5" fmla="*/ 1500227 w 1500269"/>
                  <a:gd name="csY5" fmla="*/ 57234 h 193403"/>
                  <a:gd name="csX6" fmla="*/ 1404183 w 1500269"/>
                  <a:gd name="csY6" fmla="*/ 124702 h 193403"/>
                  <a:gd name="csX7" fmla="*/ 1175583 w 1500269"/>
                  <a:gd name="csY7" fmla="*/ 181852 h 193403"/>
                  <a:gd name="csX8" fmla="*/ 829508 w 1500269"/>
                  <a:gd name="csY8" fmla="*/ 191377 h 193403"/>
                  <a:gd name="csX9" fmla="*/ 392152 w 1500269"/>
                  <a:gd name="csY9" fmla="*/ 154865 h 193403"/>
                  <a:gd name="csX10" fmla="*/ 127834 w 1500269"/>
                  <a:gd name="csY10" fmla="*/ 83426 h 193403"/>
                  <a:gd name="csX11" fmla="*/ 40 w 1500269"/>
                  <a:gd name="csY11" fmla="*/ 15165 h 193403"/>
                  <a:gd name="csX12" fmla="*/ 55601 w 1500269"/>
                  <a:gd name="csY12" fmla="*/ 6433 h 193403"/>
                  <a:gd name="csX0" fmla="*/ 55601 w 1500269"/>
                  <a:gd name="csY0" fmla="*/ 6433 h 189878"/>
                  <a:gd name="csX1" fmla="*/ 294521 w 1500269"/>
                  <a:gd name="csY1" fmla="*/ 109621 h 189878"/>
                  <a:gd name="csX2" fmla="*/ 699333 w 1500269"/>
                  <a:gd name="csY2" fmla="*/ 156452 h 189878"/>
                  <a:gd name="csX3" fmla="*/ 1143833 w 1500269"/>
                  <a:gd name="csY3" fmla="*/ 159627 h 189878"/>
                  <a:gd name="csX4" fmla="*/ 1394658 w 1500269"/>
                  <a:gd name="csY4" fmla="*/ 105652 h 189878"/>
                  <a:gd name="csX5" fmla="*/ 1500227 w 1500269"/>
                  <a:gd name="csY5" fmla="*/ 57234 h 189878"/>
                  <a:gd name="csX6" fmla="*/ 1404183 w 1500269"/>
                  <a:gd name="csY6" fmla="*/ 124702 h 189878"/>
                  <a:gd name="csX7" fmla="*/ 1175583 w 1500269"/>
                  <a:gd name="csY7" fmla="*/ 181852 h 189878"/>
                  <a:gd name="csX8" fmla="*/ 822364 w 1500269"/>
                  <a:gd name="csY8" fmla="*/ 186614 h 189878"/>
                  <a:gd name="csX9" fmla="*/ 392152 w 1500269"/>
                  <a:gd name="csY9" fmla="*/ 154865 h 189878"/>
                  <a:gd name="csX10" fmla="*/ 127834 w 1500269"/>
                  <a:gd name="csY10" fmla="*/ 83426 h 189878"/>
                  <a:gd name="csX11" fmla="*/ 40 w 1500269"/>
                  <a:gd name="csY11" fmla="*/ 15165 h 189878"/>
                  <a:gd name="csX12" fmla="*/ 55601 w 1500269"/>
                  <a:gd name="csY12" fmla="*/ 6433 h 189878"/>
                  <a:gd name="csX0" fmla="*/ 55601 w 1500269"/>
                  <a:gd name="csY0" fmla="*/ 6433 h 189878"/>
                  <a:gd name="csX1" fmla="*/ 294521 w 1500269"/>
                  <a:gd name="csY1" fmla="*/ 109621 h 189878"/>
                  <a:gd name="csX2" fmla="*/ 699333 w 1500269"/>
                  <a:gd name="csY2" fmla="*/ 156452 h 189878"/>
                  <a:gd name="csX3" fmla="*/ 1143833 w 1500269"/>
                  <a:gd name="csY3" fmla="*/ 159627 h 189878"/>
                  <a:gd name="csX4" fmla="*/ 1394658 w 1500269"/>
                  <a:gd name="csY4" fmla="*/ 105652 h 189878"/>
                  <a:gd name="csX5" fmla="*/ 1500227 w 1500269"/>
                  <a:gd name="csY5" fmla="*/ 57234 h 189878"/>
                  <a:gd name="csX6" fmla="*/ 1404183 w 1500269"/>
                  <a:gd name="csY6" fmla="*/ 124702 h 189878"/>
                  <a:gd name="csX7" fmla="*/ 1175583 w 1500269"/>
                  <a:gd name="csY7" fmla="*/ 181852 h 189878"/>
                  <a:gd name="csX8" fmla="*/ 822364 w 1500269"/>
                  <a:gd name="csY8" fmla="*/ 186614 h 189878"/>
                  <a:gd name="csX9" fmla="*/ 404058 w 1500269"/>
                  <a:gd name="csY9" fmla="*/ 154865 h 189878"/>
                  <a:gd name="csX10" fmla="*/ 127834 w 1500269"/>
                  <a:gd name="csY10" fmla="*/ 83426 h 189878"/>
                  <a:gd name="csX11" fmla="*/ 40 w 1500269"/>
                  <a:gd name="csY11" fmla="*/ 15165 h 189878"/>
                  <a:gd name="csX12" fmla="*/ 55601 w 1500269"/>
                  <a:gd name="csY12" fmla="*/ 6433 h 189878"/>
                  <a:gd name="csX0" fmla="*/ 55601 w 1500269"/>
                  <a:gd name="csY0" fmla="*/ 6433 h 197526"/>
                  <a:gd name="csX1" fmla="*/ 294521 w 1500269"/>
                  <a:gd name="csY1" fmla="*/ 109621 h 197526"/>
                  <a:gd name="csX2" fmla="*/ 699333 w 1500269"/>
                  <a:gd name="csY2" fmla="*/ 156452 h 197526"/>
                  <a:gd name="csX3" fmla="*/ 1143833 w 1500269"/>
                  <a:gd name="csY3" fmla="*/ 159627 h 197526"/>
                  <a:gd name="csX4" fmla="*/ 1394658 w 1500269"/>
                  <a:gd name="csY4" fmla="*/ 105652 h 197526"/>
                  <a:gd name="csX5" fmla="*/ 1500227 w 1500269"/>
                  <a:gd name="csY5" fmla="*/ 57234 h 197526"/>
                  <a:gd name="csX6" fmla="*/ 1404183 w 1500269"/>
                  <a:gd name="csY6" fmla="*/ 124702 h 197526"/>
                  <a:gd name="csX7" fmla="*/ 1175583 w 1500269"/>
                  <a:gd name="csY7" fmla="*/ 181852 h 197526"/>
                  <a:gd name="csX8" fmla="*/ 810458 w 1500269"/>
                  <a:gd name="csY8" fmla="*/ 196139 h 197526"/>
                  <a:gd name="csX9" fmla="*/ 404058 w 1500269"/>
                  <a:gd name="csY9" fmla="*/ 154865 h 197526"/>
                  <a:gd name="csX10" fmla="*/ 127834 w 1500269"/>
                  <a:gd name="csY10" fmla="*/ 83426 h 197526"/>
                  <a:gd name="csX11" fmla="*/ 40 w 1500269"/>
                  <a:gd name="csY11" fmla="*/ 15165 h 197526"/>
                  <a:gd name="csX12" fmla="*/ 55601 w 1500269"/>
                  <a:gd name="csY12" fmla="*/ 6433 h 197526"/>
                  <a:gd name="csX0" fmla="*/ 55601 w 1500269"/>
                  <a:gd name="csY0" fmla="*/ 6433 h 195413"/>
                  <a:gd name="csX1" fmla="*/ 294521 w 1500269"/>
                  <a:gd name="csY1" fmla="*/ 109621 h 195413"/>
                  <a:gd name="csX2" fmla="*/ 699333 w 1500269"/>
                  <a:gd name="csY2" fmla="*/ 156452 h 195413"/>
                  <a:gd name="csX3" fmla="*/ 1143833 w 1500269"/>
                  <a:gd name="csY3" fmla="*/ 159627 h 195413"/>
                  <a:gd name="csX4" fmla="*/ 1394658 w 1500269"/>
                  <a:gd name="csY4" fmla="*/ 105652 h 195413"/>
                  <a:gd name="csX5" fmla="*/ 1500227 w 1500269"/>
                  <a:gd name="csY5" fmla="*/ 57234 h 195413"/>
                  <a:gd name="csX6" fmla="*/ 1404183 w 1500269"/>
                  <a:gd name="csY6" fmla="*/ 124702 h 195413"/>
                  <a:gd name="csX7" fmla="*/ 1175583 w 1500269"/>
                  <a:gd name="csY7" fmla="*/ 181852 h 195413"/>
                  <a:gd name="csX8" fmla="*/ 772358 w 1500269"/>
                  <a:gd name="csY8" fmla="*/ 193758 h 195413"/>
                  <a:gd name="csX9" fmla="*/ 404058 w 1500269"/>
                  <a:gd name="csY9" fmla="*/ 154865 h 195413"/>
                  <a:gd name="csX10" fmla="*/ 127834 w 1500269"/>
                  <a:gd name="csY10" fmla="*/ 83426 h 195413"/>
                  <a:gd name="csX11" fmla="*/ 40 w 1500269"/>
                  <a:gd name="csY11" fmla="*/ 15165 h 195413"/>
                  <a:gd name="csX12" fmla="*/ 55601 w 1500269"/>
                  <a:gd name="csY12" fmla="*/ 6433 h 195413"/>
                  <a:gd name="csX0" fmla="*/ 55601 w 1500269"/>
                  <a:gd name="csY0" fmla="*/ 6433 h 189878"/>
                  <a:gd name="csX1" fmla="*/ 294521 w 1500269"/>
                  <a:gd name="csY1" fmla="*/ 109621 h 189878"/>
                  <a:gd name="csX2" fmla="*/ 699333 w 1500269"/>
                  <a:gd name="csY2" fmla="*/ 156452 h 189878"/>
                  <a:gd name="csX3" fmla="*/ 1143833 w 1500269"/>
                  <a:gd name="csY3" fmla="*/ 159627 h 189878"/>
                  <a:gd name="csX4" fmla="*/ 1394658 w 1500269"/>
                  <a:gd name="csY4" fmla="*/ 105652 h 189878"/>
                  <a:gd name="csX5" fmla="*/ 1500227 w 1500269"/>
                  <a:gd name="csY5" fmla="*/ 57234 h 189878"/>
                  <a:gd name="csX6" fmla="*/ 1404183 w 1500269"/>
                  <a:gd name="csY6" fmla="*/ 124702 h 189878"/>
                  <a:gd name="csX7" fmla="*/ 1175583 w 1500269"/>
                  <a:gd name="csY7" fmla="*/ 181852 h 189878"/>
                  <a:gd name="csX8" fmla="*/ 686633 w 1500269"/>
                  <a:gd name="csY8" fmla="*/ 186614 h 189878"/>
                  <a:gd name="csX9" fmla="*/ 404058 w 1500269"/>
                  <a:gd name="csY9" fmla="*/ 154865 h 189878"/>
                  <a:gd name="csX10" fmla="*/ 127834 w 1500269"/>
                  <a:gd name="csY10" fmla="*/ 83426 h 189878"/>
                  <a:gd name="csX11" fmla="*/ 40 w 1500269"/>
                  <a:gd name="csY11" fmla="*/ 15165 h 189878"/>
                  <a:gd name="csX12" fmla="*/ 55601 w 1500269"/>
                  <a:gd name="csY12" fmla="*/ 6433 h 18987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</a:cxnLst>
                <a:rect l="l" t="t" r="r" b="b"/>
                <a:pathLst>
                  <a:path w="1500269" h="189878">
                    <a:moveTo>
                      <a:pt x="55601" y="6433"/>
                    </a:moveTo>
                    <a:cubicBezTo>
                      <a:pt x="104681" y="22176"/>
                      <a:pt x="187232" y="84618"/>
                      <a:pt x="294521" y="109621"/>
                    </a:cubicBezTo>
                    <a:cubicBezTo>
                      <a:pt x="401810" y="134624"/>
                      <a:pt x="557781" y="148118"/>
                      <a:pt x="699333" y="156452"/>
                    </a:cubicBezTo>
                    <a:cubicBezTo>
                      <a:pt x="840885" y="164786"/>
                      <a:pt x="1027945" y="168094"/>
                      <a:pt x="1143833" y="159627"/>
                    </a:cubicBezTo>
                    <a:cubicBezTo>
                      <a:pt x="1259721" y="151160"/>
                      <a:pt x="1335259" y="122717"/>
                      <a:pt x="1394658" y="105652"/>
                    </a:cubicBezTo>
                    <a:cubicBezTo>
                      <a:pt x="1454057" y="88587"/>
                      <a:pt x="1498640" y="54059"/>
                      <a:pt x="1500227" y="57234"/>
                    </a:cubicBezTo>
                    <a:cubicBezTo>
                      <a:pt x="1501814" y="60409"/>
                      <a:pt x="1458290" y="103932"/>
                      <a:pt x="1404183" y="124702"/>
                    </a:cubicBezTo>
                    <a:cubicBezTo>
                      <a:pt x="1350076" y="145472"/>
                      <a:pt x="1295175" y="171533"/>
                      <a:pt x="1175583" y="181852"/>
                    </a:cubicBezTo>
                    <a:cubicBezTo>
                      <a:pt x="1055991" y="192171"/>
                      <a:pt x="815220" y="191112"/>
                      <a:pt x="686633" y="186614"/>
                    </a:cubicBezTo>
                    <a:cubicBezTo>
                      <a:pt x="558046" y="182116"/>
                      <a:pt x="497191" y="161744"/>
                      <a:pt x="404058" y="154865"/>
                    </a:cubicBezTo>
                    <a:cubicBezTo>
                      <a:pt x="310925" y="147986"/>
                      <a:pt x="195170" y="106709"/>
                      <a:pt x="127834" y="83426"/>
                    </a:cubicBezTo>
                    <a:cubicBezTo>
                      <a:pt x="60498" y="60143"/>
                      <a:pt x="-1812" y="22441"/>
                      <a:pt x="40" y="15165"/>
                    </a:cubicBezTo>
                    <a:cubicBezTo>
                      <a:pt x="1892" y="7889"/>
                      <a:pt x="6521" y="-9310"/>
                      <a:pt x="55601" y="6433"/>
                    </a:cubicBezTo>
                    <a:close/>
                  </a:path>
                </a:pathLst>
              </a:custGeom>
              <a:solidFill>
                <a:schemeClr val="tx2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5" name="フリーフォーム: 図形 24">
                <a:extLst>
                  <a:ext uri="{FF2B5EF4-FFF2-40B4-BE49-F238E27FC236}">
                    <a16:creationId xmlns:a16="http://schemas.microsoft.com/office/drawing/2014/main" id="{CD2E3D5E-69C0-1D3C-C72B-B55561CAA20D}"/>
                  </a:ext>
                </a:extLst>
              </p:cNvPr>
              <p:cNvSpPr/>
              <p:nvPr/>
            </p:nvSpPr>
            <p:spPr>
              <a:xfrm>
                <a:off x="3620609" y="3571165"/>
                <a:ext cx="2813529" cy="272149"/>
              </a:xfrm>
              <a:custGeom>
                <a:avLst/>
                <a:gdLst>
                  <a:gd name="csX0" fmla="*/ 12592 w 3121447"/>
                  <a:gd name="csY0" fmla="*/ 20029 h 312815"/>
                  <a:gd name="csX1" fmla="*/ 98317 w 3121447"/>
                  <a:gd name="csY1" fmla="*/ 20029 h 312815"/>
                  <a:gd name="csX2" fmla="*/ 188804 w 3121447"/>
                  <a:gd name="csY2" fmla="*/ 86704 h 312815"/>
                  <a:gd name="csX3" fmla="*/ 355492 w 3121447"/>
                  <a:gd name="csY3" fmla="*/ 148617 h 312815"/>
                  <a:gd name="csX4" fmla="*/ 707917 w 3121447"/>
                  <a:gd name="csY4" fmla="*/ 220054 h 312815"/>
                  <a:gd name="csX5" fmla="*/ 1169879 w 3121447"/>
                  <a:gd name="csY5" fmla="*/ 234342 h 312815"/>
                  <a:gd name="csX6" fmla="*/ 1512779 w 3121447"/>
                  <a:gd name="csY6" fmla="*/ 224817 h 312815"/>
                  <a:gd name="csX7" fmla="*/ 1831867 w 3121447"/>
                  <a:gd name="csY7" fmla="*/ 148617 h 312815"/>
                  <a:gd name="csX8" fmla="*/ 2108092 w 3121447"/>
                  <a:gd name="csY8" fmla="*/ 96229 h 312815"/>
                  <a:gd name="csX9" fmla="*/ 2427179 w 3121447"/>
                  <a:gd name="csY9" fmla="*/ 110517 h 312815"/>
                  <a:gd name="csX10" fmla="*/ 2912954 w 3121447"/>
                  <a:gd name="csY10" fmla="*/ 148617 h 312815"/>
                  <a:gd name="csX11" fmla="*/ 3108217 w 3121447"/>
                  <a:gd name="csY11" fmla="*/ 158142 h 312815"/>
                  <a:gd name="csX12" fmla="*/ 3079642 w 3121447"/>
                  <a:gd name="csY12" fmla="*/ 177192 h 312815"/>
                  <a:gd name="csX13" fmla="*/ 2884379 w 3121447"/>
                  <a:gd name="csY13" fmla="*/ 181954 h 312815"/>
                  <a:gd name="csX14" fmla="*/ 2293829 w 3121447"/>
                  <a:gd name="csY14" fmla="*/ 158142 h 312815"/>
                  <a:gd name="csX15" fmla="*/ 1974742 w 3121447"/>
                  <a:gd name="csY15" fmla="*/ 201004 h 312815"/>
                  <a:gd name="csX16" fmla="*/ 1479442 w 3121447"/>
                  <a:gd name="csY16" fmla="*/ 291492 h 312815"/>
                  <a:gd name="csX17" fmla="*/ 950804 w 3121447"/>
                  <a:gd name="csY17" fmla="*/ 310542 h 312815"/>
                  <a:gd name="csX18" fmla="*/ 388829 w 3121447"/>
                  <a:gd name="csY18" fmla="*/ 253392 h 312815"/>
                  <a:gd name="csX19" fmla="*/ 12592 w 3121447"/>
                  <a:gd name="csY19" fmla="*/ 20029 h 312815"/>
                  <a:gd name="csX0" fmla="*/ 8295 w 3117150"/>
                  <a:gd name="csY0" fmla="*/ 25072 h 317858"/>
                  <a:gd name="csX1" fmla="*/ 128945 w 3117150"/>
                  <a:gd name="csY1" fmla="*/ 14012 h 317858"/>
                  <a:gd name="csX2" fmla="*/ 184507 w 3117150"/>
                  <a:gd name="csY2" fmla="*/ 91747 h 317858"/>
                  <a:gd name="csX3" fmla="*/ 351195 w 3117150"/>
                  <a:gd name="csY3" fmla="*/ 153660 h 317858"/>
                  <a:gd name="csX4" fmla="*/ 703620 w 3117150"/>
                  <a:gd name="csY4" fmla="*/ 225097 h 317858"/>
                  <a:gd name="csX5" fmla="*/ 1165582 w 3117150"/>
                  <a:gd name="csY5" fmla="*/ 239385 h 317858"/>
                  <a:gd name="csX6" fmla="*/ 1508482 w 3117150"/>
                  <a:gd name="csY6" fmla="*/ 229860 h 317858"/>
                  <a:gd name="csX7" fmla="*/ 1827570 w 3117150"/>
                  <a:gd name="csY7" fmla="*/ 153660 h 317858"/>
                  <a:gd name="csX8" fmla="*/ 2103795 w 3117150"/>
                  <a:gd name="csY8" fmla="*/ 101272 h 317858"/>
                  <a:gd name="csX9" fmla="*/ 2422882 w 3117150"/>
                  <a:gd name="csY9" fmla="*/ 115560 h 317858"/>
                  <a:gd name="csX10" fmla="*/ 2908657 w 3117150"/>
                  <a:gd name="csY10" fmla="*/ 153660 h 317858"/>
                  <a:gd name="csX11" fmla="*/ 3103920 w 3117150"/>
                  <a:gd name="csY11" fmla="*/ 163185 h 317858"/>
                  <a:gd name="csX12" fmla="*/ 3075345 w 3117150"/>
                  <a:gd name="csY12" fmla="*/ 182235 h 317858"/>
                  <a:gd name="csX13" fmla="*/ 2880082 w 3117150"/>
                  <a:gd name="csY13" fmla="*/ 186997 h 317858"/>
                  <a:gd name="csX14" fmla="*/ 2289532 w 3117150"/>
                  <a:gd name="csY14" fmla="*/ 163185 h 317858"/>
                  <a:gd name="csX15" fmla="*/ 1970445 w 3117150"/>
                  <a:gd name="csY15" fmla="*/ 206047 h 317858"/>
                  <a:gd name="csX16" fmla="*/ 1475145 w 3117150"/>
                  <a:gd name="csY16" fmla="*/ 296535 h 317858"/>
                  <a:gd name="csX17" fmla="*/ 946507 w 3117150"/>
                  <a:gd name="csY17" fmla="*/ 315585 h 317858"/>
                  <a:gd name="csX18" fmla="*/ 384532 w 3117150"/>
                  <a:gd name="csY18" fmla="*/ 258435 h 317858"/>
                  <a:gd name="csX19" fmla="*/ 8295 w 3117150"/>
                  <a:gd name="csY19" fmla="*/ 25072 h 317858"/>
                  <a:gd name="csX0" fmla="*/ 8500 w 3117355"/>
                  <a:gd name="csY0" fmla="*/ 25938 h 318724"/>
                  <a:gd name="csX1" fmla="*/ 129150 w 3117355"/>
                  <a:gd name="csY1" fmla="*/ 14878 h 318724"/>
                  <a:gd name="csX2" fmla="*/ 210112 w 3117355"/>
                  <a:gd name="csY2" fmla="*/ 107360 h 318724"/>
                  <a:gd name="csX3" fmla="*/ 351400 w 3117355"/>
                  <a:gd name="csY3" fmla="*/ 154526 h 318724"/>
                  <a:gd name="csX4" fmla="*/ 703825 w 3117355"/>
                  <a:gd name="csY4" fmla="*/ 225963 h 318724"/>
                  <a:gd name="csX5" fmla="*/ 1165787 w 3117355"/>
                  <a:gd name="csY5" fmla="*/ 240251 h 318724"/>
                  <a:gd name="csX6" fmla="*/ 1508687 w 3117355"/>
                  <a:gd name="csY6" fmla="*/ 230726 h 318724"/>
                  <a:gd name="csX7" fmla="*/ 1827775 w 3117355"/>
                  <a:gd name="csY7" fmla="*/ 154526 h 318724"/>
                  <a:gd name="csX8" fmla="*/ 2104000 w 3117355"/>
                  <a:gd name="csY8" fmla="*/ 102138 h 318724"/>
                  <a:gd name="csX9" fmla="*/ 2423087 w 3117355"/>
                  <a:gd name="csY9" fmla="*/ 116426 h 318724"/>
                  <a:gd name="csX10" fmla="*/ 2908862 w 3117355"/>
                  <a:gd name="csY10" fmla="*/ 154526 h 318724"/>
                  <a:gd name="csX11" fmla="*/ 3104125 w 3117355"/>
                  <a:gd name="csY11" fmla="*/ 164051 h 318724"/>
                  <a:gd name="csX12" fmla="*/ 3075550 w 3117355"/>
                  <a:gd name="csY12" fmla="*/ 183101 h 318724"/>
                  <a:gd name="csX13" fmla="*/ 2880287 w 3117355"/>
                  <a:gd name="csY13" fmla="*/ 187863 h 318724"/>
                  <a:gd name="csX14" fmla="*/ 2289737 w 3117355"/>
                  <a:gd name="csY14" fmla="*/ 164051 h 318724"/>
                  <a:gd name="csX15" fmla="*/ 1970650 w 3117355"/>
                  <a:gd name="csY15" fmla="*/ 206913 h 318724"/>
                  <a:gd name="csX16" fmla="*/ 1475350 w 3117355"/>
                  <a:gd name="csY16" fmla="*/ 297401 h 318724"/>
                  <a:gd name="csX17" fmla="*/ 946712 w 3117355"/>
                  <a:gd name="csY17" fmla="*/ 316451 h 318724"/>
                  <a:gd name="csX18" fmla="*/ 384737 w 3117355"/>
                  <a:gd name="csY18" fmla="*/ 259301 h 318724"/>
                  <a:gd name="csX19" fmla="*/ 8500 w 3117355"/>
                  <a:gd name="csY19" fmla="*/ 25938 h 318724"/>
                  <a:gd name="csX0" fmla="*/ 11120 w 3119975"/>
                  <a:gd name="csY0" fmla="*/ 27974 h 320760"/>
                  <a:gd name="csX1" fmla="*/ 109545 w 3119975"/>
                  <a:gd name="csY1" fmla="*/ 13227 h 320760"/>
                  <a:gd name="csX2" fmla="*/ 212732 w 3119975"/>
                  <a:gd name="csY2" fmla="*/ 109396 h 320760"/>
                  <a:gd name="csX3" fmla="*/ 354020 w 3119975"/>
                  <a:gd name="csY3" fmla="*/ 156562 h 320760"/>
                  <a:gd name="csX4" fmla="*/ 706445 w 3119975"/>
                  <a:gd name="csY4" fmla="*/ 227999 h 320760"/>
                  <a:gd name="csX5" fmla="*/ 1168407 w 3119975"/>
                  <a:gd name="csY5" fmla="*/ 242287 h 320760"/>
                  <a:gd name="csX6" fmla="*/ 1511307 w 3119975"/>
                  <a:gd name="csY6" fmla="*/ 232762 h 320760"/>
                  <a:gd name="csX7" fmla="*/ 1830395 w 3119975"/>
                  <a:gd name="csY7" fmla="*/ 156562 h 320760"/>
                  <a:gd name="csX8" fmla="*/ 2106620 w 3119975"/>
                  <a:gd name="csY8" fmla="*/ 104174 h 320760"/>
                  <a:gd name="csX9" fmla="*/ 2425707 w 3119975"/>
                  <a:gd name="csY9" fmla="*/ 118462 h 320760"/>
                  <a:gd name="csX10" fmla="*/ 2911482 w 3119975"/>
                  <a:gd name="csY10" fmla="*/ 156562 h 320760"/>
                  <a:gd name="csX11" fmla="*/ 3106745 w 3119975"/>
                  <a:gd name="csY11" fmla="*/ 166087 h 320760"/>
                  <a:gd name="csX12" fmla="*/ 3078170 w 3119975"/>
                  <a:gd name="csY12" fmla="*/ 185137 h 320760"/>
                  <a:gd name="csX13" fmla="*/ 2882907 w 3119975"/>
                  <a:gd name="csY13" fmla="*/ 189899 h 320760"/>
                  <a:gd name="csX14" fmla="*/ 2292357 w 3119975"/>
                  <a:gd name="csY14" fmla="*/ 166087 h 320760"/>
                  <a:gd name="csX15" fmla="*/ 1973270 w 3119975"/>
                  <a:gd name="csY15" fmla="*/ 208949 h 320760"/>
                  <a:gd name="csX16" fmla="*/ 1477970 w 3119975"/>
                  <a:gd name="csY16" fmla="*/ 299437 h 320760"/>
                  <a:gd name="csX17" fmla="*/ 949332 w 3119975"/>
                  <a:gd name="csY17" fmla="*/ 318487 h 320760"/>
                  <a:gd name="csX18" fmla="*/ 387357 w 3119975"/>
                  <a:gd name="csY18" fmla="*/ 261337 h 320760"/>
                  <a:gd name="csX19" fmla="*/ 11120 w 3119975"/>
                  <a:gd name="csY19" fmla="*/ 27974 h 320760"/>
                  <a:gd name="csX0" fmla="*/ 11348 w 3120203"/>
                  <a:gd name="csY0" fmla="*/ 23997 h 316783"/>
                  <a:gd name="csX1" fmla="*/ 109773 w 3120203"/>
                  <a:gd name="csY1" fmla="*/ 9250 h 316783"/>
                  <a:gd name="csX2" fmla="*/ 212960 w 3120203"/>
                  <a:gd name="csY2" fmla="*/ 105419 h 316783"/>
                  <a:gd name="csX3" fmla="*/ 354248 w 3120203"/>
                  <a:gd name="csY3" fmla="*/ 152585 h 316783"/>
                  <a:gd name="csX4" fmla="*/ 706673 w 3120203"/>
                  <a:gd name="csY4" fmla="*/ 224022 h 316783"/>
                  <a:gd name="csX5" fmla="*/ 1168635 w 3120203"/>
                  <a:gd name="csY5" fmla="*/ 238310 h 316783"/>
                  <a:gd name="csX6" fmla="*/ 1511535 w 3120203"/>
                  <a:gd name="csY6" fmla="*/ 228785 h 316783"/>
                  <a:gd name="csX7" fmla="*/ 1830623 w 3120203"/>
                  <a:gd name="csY7" fmla="*/ 152585 h 316783"/>
                  <a:gd name="csX8" fmla="*/ 2106848 w 3120203"/>
                  <a:gd name="csY8" fmla="*/ 100197 h 316783"/>
                  <a:gd name="csX9" fmla="*/ 2425935 w 3120203"/>
                  <a:gd name="csY9" fmla="*/ 114485 h 316783"/>
                  <a:gd name="csX10" fmla="*/ 2911710 w 3120203"/>
                  <a:gd name="csY10" fmla="*/ 152585 h 316783"/>
                  <a:gd name="csX11" fmla="*/ 3106973 w 3120203"/>
                  <a:gd name="csY11" fmla="*/ 162110 h 316783"/>
                  <a:gd name="csX12" fmla="*/ 3078398 w 3120203"/>
                  <a:gd name="csY12" fmla="*/ 181160 h 316783"/>
                  <a:gd name="csX13" fmla="*/ 2883135 w 3120203"/>
                  <a:gd name="csY13" fmla="*/ 185922 h 316783"/>
                  <a:gd name="csX14" fmla="*/ 2292585 w 3120203"/>
                  <a:gd name="csY14" fmla="*/ 162110 h 316783"/>
                  <a:gd name="csX15" fmla="*/ 1973498 w 3120203"/>
                  <a:gd name="csY15" fmla="*/ 204972 h 316783"/>
                  <a:gd name="csX16" fmla="*/ 1478198 w 3120203"/>
                  <a:gd name="csY16" fmla="*/ 295460 h 316783"/>
                  <a:gd name="csX17" fmla="*/ 949560 w 3120203"/>
                  <a:gd name="csY17" fmla="*/ 314510 h 316783"/>
                  <a:gd name="csX18" fmla="*/ 387585 w 3120203"/>
                  <a:gd name="csY18" fmla="*/ 257360 h 316783"/>
                  <a:gd name="csX19" fmla="*/ 11348 w 3120203"/>
                  <a:gd name="csY19" fmla="*/ 23997 h 316783"/>
                  <a:gd name="csX0" fmla="*/ 11121 w 3119976"/>
                  <a:gd name="csY0" fmla="*/ 27278 h 320064"/>
                  <a:gd name="csX1" fmla="*/ 109546 w 3119976"/>
                  <a:gd name="csY1" fmla="*/ 12531 h 320064"/>
                  <a:gd name="csX2" fmla="*/ 212733 w 3119976"/>
                  <a:gd name="csY2" fmla="*/ 97640 h 320064"/>
                  <a:gd name="csX3" fmla="*/ 354021 w 3119976"/>
                  <a:gd name="csY3" fmla="*/ 155866 h 320064"/>
                  <a:gd name="csX4" fmla="*/ 706446 w 3119976"/>
                  <a:gd name="csY4" fmla="*/ 227303 h 320064"/>
                  <a:gd name="csX5" fmla="*/ 1168408 w 3119976"/>
                  <a:gd name="csY5" fmla="*/ 241591 h 320064"/>
                  <a:gd name="csX6" fmla="*/ 1511308 w 3119976"/>
                  <a:gd name="csY6" fmla="*/ 232066 h 320064"/>
                  <a:gd name="csX7" fmla="*/ 1830396 w 3119976"/>
                  <a:gd name="csY7" fmla="*/ 155866 h 320064"/>
                  <a:gd name="csX8" fmla="*/ 2106621 w 3119976"/>
                  <a:gd name="csY8" fmla="*/ 103478 h 320064"/>
                  <a:gd name="csX9" fmla="*/ 2425708 w 3119976"/>
                  <a:gd name="csY9" fmla="*/ 117766 h 320064"/>
                  <a:gd name="csX10" fmla="*/ 2911483 w 3119976"/>
                  <a:gd name="csY10" fmla="*/ 155866 h 320064"/>
                  <a:gd name="csX11" fmla="*/ 3106746 w 3119976"/>
                  <a:gd name="csY11" fmla="*/ 165391 h 320064"/>
                  <a:gd name="csX12" fmla="*/ 3078171 w 3119976"/>
                  <a:gd name="csY12" fmla="*/ 184441 h 320064"/>
                  <a:gd name="csX13" fmla="*/ 2882908 w 3119976"/>
                  <a:gd name="csY13" fmla="*/ 189203 h 320064"/>
                  <a:gd name="csX14" fmla="*/ 2292358 w 3119976"/>
                  <a:gd name="csY14" fmla="*/ 165391 h 320064"/>
                  <a:gd name="csX15" fmla="*/ 1973271 w 3119976"/>
                  <a:gd name="csY15" fmla="*/ 208253 h 320064"/>
                  <a:gd name="csX16" fmla="*/ 1477971 w 3119976"/>
                  <a:gd name="csY16" fmla="*/ 298741 h 320064"/>
                  <a:gd name="csX17" fmla="*/ 949333 w 3119976"/>
                  <a:gd name="csY17" fmla="*/ 317791 h 320064"/>
                  <a:gd name="csX18" fmla="*/ 387358 w 3119976"/>
                  <a:gd name="csY18" fmla="*/ 260641 h 320064"/>
                  <a:gd name="csX19" fmla="*/ 11121 w 3119976"/>
                  <a:gd name="csY19" fmla="*/ 27278 h 320064"/>
                  <a:gd name="csX0" fmla="*/ 3655 w 3112510"/>
                  <a:gd name="csY0" fmla="*/ 22831 h 315617"/>
                  <a:gd name="csX1" fmla="*/ 102080 w 3112510"/>
                  <a:gd name="csY1" fmla="*/ 8084 h 315617"/>
                  <a:gd name="csX2" fmla="*/ 205267 w 3112510"/>
                  <a:gd name="csY2" fmla="*/ 93193 h 315617"/>
                  <a:gd name="csX3" fmla="*/ 346555 w 3112510"/>
                  <a:gd name="csY3" fmla="*/ 151419 h 315617"/>
                  <a:gd name="csX4" fmla="*/ 698980 w 3112510"/>
                  <a:gd name="csY4" fmla="*/ 222856 h 315617"/>
                  <a:gd name="csX5" fmla="*/ 1160942 w 3112510"/>
                  <a:gd name="csY5" fmla="*/ 237144 h 315617"/>
                  <a:gd name="csX6" fmla="*/ 1503842 w 3112510"/>
                  <a:gd name="csY6" fmla="*/ 227619 h 315617"/>
                  <a:gd name="csX7" fmla="*/ 1822930 w 3112510"/>
                  <a:gd name="csY7" fmla="*/ 151419 h 315617"/>
                  <a:gd name="csX8" fmla="*/ 2099155 w 3112510"/>
                  <a:gd name="csY8" fmla="*/ 99031 h 315617"/>
                  <a:gd name="csX9" fmla="*/ 2418242 w 3112510"/>
                  <a:gd name="csY9" fmla="*/ 113319 h 315617"/>
                  <a:gd name="csX10" fmla="*/ 2904017 w 3112510"/>
                  <a:gd name="csY10" fmla="*/ 151419 h 315617"/>
                  <a:gd name="csX11" fmla="*/ 3099280 w 3112510"/>
                  <a:gd name="csY11" fmla="*/ 160944 h 315617"/>
                  <a:gd name="csX12" fmla="*/ 3070705 w 3112510"/>
                  <a:gd name="csY12" fmla="*/ 179994 h 315617"/>
                  <a:gd name="csX13" fmla="*/ 2875442 w 3112510"/>
                  <a:gd name="csY13" fmla="*/ 184756 h 315617"/>
                  <a:gd name="csX14" fmla="*/ 2284892 w 3112510"/>
                  <a:gd name="csY14" fmla="*/ 160944 h 315617"/>
                  <a:gd name="csX15" fmla="*/ 1965805 w 3112510"/>
                  <a:gd name="csY15" fmla="*/ 203806 h 315617"/>
                  <a:gd name="csX16" fmla="*/ 1470505 w 3112510"/>
                  <a:gd name="csY16" fmla="*/ 294294 h 315617"/>
                  <a:gd name="csX17" fmla="*/ 941867 w 3112510"/>
                  <a:gd name="csY17" fmla="*/ 313344 h 315617"/>
                  <a:gd name="csX18" fmla="*/ 237017 w 3112510"/>
                  <a:gd name="csY18" fmla="*/ 178774 h 315617"/>
                  <a:gd name="csX19" fmla="*/ 3655 w 3112510"/>
                  <a:gd name="csY19" fmla="*/ 22831 h 315617"/>
                  <a:gd name="csX0" fmla="*/ 3655 w 3112510"/>
                  <a:gd name="csY0" fmla="*/ 22831 h 315616"/>
                  <a:gd name="csX1" fmla="*/ 102080 w 3112510"/>
                  <a:gd name="csY1" fmla="*/ 8084 h 315616"/>
                  <a:gd name="csX2" fmla="*/ 205267 w 3112510"/>
                  <a:gd name="csY2" fmla="*/ 93193 h 315616"/>
                  <a:gd name="csX3" fmla="*/ 346555 w 3112510"/>
                  <a:gd name="csY3" fmla="*/ 151419 h 315616"/>
                  <a:gd name="csX4" fmla="*/ 698980 w 3112510"/>
                  <a:gd name="csY4" fmla="*/ 222856 h 315616"/>
                  <a:gd name="csX5" fmla="*/ 1160942 w 3112510"/>
                  <a:gd name="csY5" fmla="*/ 237144 h 315616"/>
                  <a:gd name="csX6" fmla="*/ 1503842 w 3112510"/>
                  <a:gd name="csY6" fmla="*/ 227619 h 315616"/>
                  <a:gd name="csX7" fmla="*/ 1822930 w 3112510"/>
                  <a:gd name="csY7" fmla="*/ 151419 h 315616"/>
                  <a:gd name="csX8" fmla="*/ 2099155 w 3112510"/>
                  <a:gd name="csY8" fmla="*/ 99031 h 315616"/>
                  <a:gd name="csX9" fmla="*/ 2418242 w 3112510"/>
                  <a:gd name="csY9" fmla="*/ 113319 h 315616"/>
                  <a:gd name="csX10" fmla="*/ 2904017 w 3112510"/>
                  <a:gd name="csY10" fmla="*/ 151419 h 315616"/>
                  <a:gd name="csX11" fmla="*/ 3099280 w 3112510"/>
                  <a:gd name="csY11" fmla="*/ 160944 h 315616"/>
                  <a:gd name="csX12" fmla="*/ 3070705 w 3112510"/>
                  <a:gd name="csY12" fmla="*/ 179994 h 315616"/>
                  <a:gd name="csX13" fmla="*/ 2875442 w 3112510"/>
                  <a:gd name="csY13" fmla="*/ 184756 h 315616"/>
                  <a:gd name="csX14" fmla="*/ 2284892 w 3112510"/>
                  <a:gd name="csY14" fmla="*/ 160944 h 315616"/>
                  <a:gd name="csX15" fmla="*/ 1965805 w 3112510"/>
                  <a:gd name="csY15" fmla="*/ 203806 h 315616"/>
                  <a:gd name="csX16" fmla="*/ 1470505 w 3112510"/>
                  <a:gd name="csY16" fmla="*/ 294294 h 315616"/>
                  <a:gd name="csX17" fmla="*/ 837092 w 3112510"/>
                  <a:gd name="csY17" fmla="*/ 313343 h 315616"/>
                  <a:gd name="csX18" fmla="*/ 237017 w 3112510"/>
                  <a:gd name="csY18" fmla="*/ 178774 h 315616"/>
                  <a:gd name="csX19" fmla="*/ 3655 w 3112510"/>
                  <a:gd name="csY19" fmla="*/ 22831 h 315616"/>
                  <a:gd name="csX0" fmla="*/ 3655 w 3112510"/>
                  <a:gd name="csY0" fmla="*/ 22831 h 315616"/>
                  <a:gd name="csX1" fmla="*/ 102080 w 3112510"/>
                  <a:gd name="csY1" fmla="*/ 8084 h 315616"/>
                  <a:gd name="csX2" fmla="*/ 205267 w 3112510"/>
                  <a:gd name="csY2" fmla="*/ 93193 h 315616"/>
                  <a:gd name="csX3" fmla="*/ 346555 w 3112510"/>
                  <a:gd name="csY3" fmla="*/ 151419 h 315616"/>
                  <a:gd name="csX4" fmla="*/ 762480 w 3112510"/>
                  <a:gd name="csY4" fmla="*/ 248663 h 315616"/>
                  <a:gd name="csX5" fmla="*/ 1160942 w 3112510"/>
                  <a:gd name="csY5" fmla="*/ 237144 h 315616"/>
                  <a:gd name="csX6" fmla="*/ 1503842 w 3112510"/>
                  <a:gd name="csY6" fmla="*/ 227619 h 315616"/>
                  <a:gd name="csX7" fmla="*/ 1822930 w 3112510"/>
                  <a:gd name="csY7" fmla="*/ 151419 h 315616"/>
                  <a:gd name="csX8" fmla="*/ 2099155 w 3112510"/>
                  <a:gd name="csY8" fmla="*/ 99031 h 315616"/>
                  <a:gd name="csX9" fmla="*/ 2418242 w 3112510"/>
                  <a:gd name="csY9" fmla="*/ 113319 h 315616"/>
                  <a:gd name="csX10" fmla="*/ 2904017 w 3112510"/>
                  <a:gd name="csY10" fmla="*/ 151419 h 315616"/>
                  <a:gd name="csX11" fmla="*/ 3099280 w 3112510"/>
                  <a:gd name="csY11" fmla="*/ 160944 h 315616"/>
                  <a:gd name="csX12" fmla="*/ 3070705 w 3112510"/>
                  <a:gd name="csY12" fmla="*/ 179994 h 315616"/>
                  <a:gd name="csX13" fmla="*/ 2875442 w 3112510"/>
                  <a:gd name="csY13" fmla="*/ 184756 h 315616"/>
                  <a:gd name="csX14" fmla="*/ 2284892 w 3112510"/>
                  <a:gd name="csY14" fmla="*/ 160944 h 315616"/>
                  <a:gd name="csX15" fmla="*/ 1965805 w 3112510"/>
                  <a:gd name="csY15" fmla="*/ 203806 h 315616"/>
                  <a:gd name="csX16" fmla="*/ 1470505 w 3112510"/>
                  <a:gd name="csY16" fmla="*/ 294294 h 315616"/>
                  <a:gd name="csX17" fmla="*/ 837092 w 3112510"/>
                  <a:gd name="csY17" fmla="*/ 313343 h 315616"/>
                  <a:gd name="csX18" fmla="*/ 237017 w 3112510"/>
                  <a:gd name="csY18" fmla="*/ 178774 h 315616"/>
                  <a:gd name="csX19" fmla="*/ 3655 w 3112510"/>
                  <a:gd name="csY19" fmla="*/ 22831 h 315616"/>
                  <a:gd name="csX0" fmla="*/ 3655 w 3112510"/>
                  <a:gd name="csY0" fmla="*/ 22831 h 315616"/>
                  <a:gd name="csX1" fmla="*/ 102080 w 3112510"/>
                  <a:gd name="csY1" fmla="*/ 8084 h 315616"/>
                  <a:gd name="csX2" fmla="*/ 205267 w 3112510"/>
                  <a:gd name="csY2" fmla="*/ 93193 h 315616"/>
                  <a:gd name="csX3" fmla="*/ 346555 w 3112510"/>
                  <a:gd name="csY3" fmla="*/ 151419 h 315616"/>
                  <a:gd name="csX4" fmla="*/ 762480 w 3112510"/>
                  <a:gd name="csY4" fmla="*/ 248663 h 315616"/>
                  <a:gd name="csX5" fmla="*/ 1227617 w 3112510"/>
                  <a:gd name="csY5" fmla="*/ 251891 h 315616"/>
                  <a:gd name="csX6" fmla="*/ 1503842 w 3112510"/>
                  <a:gd name="csY6" fmla="*/ 227619 h 315616"/>
                  <a:gd name="csX7" fmla="*/ 1822930 w 3112510"/>
                  <a:gd name="csY7" fmla="*/ 151419 h 315616"/>
                  <a:gd name="csX8" fmla="*/ 2099155 w 3112510"/>
                  <a:gd name="csY8" fmla="*/ 99031 h 315616"/>
                  <a:gd name="csX9" fmla="*/ 2418242 w 3112510"/>
                  <a:gd name="csY9" fmla="*/ 113319 h 315616"/>
                  <a:gd name="csX10" fmla="*/ 2904017 w 3112510"/>
                  <a:gd name="csY10" fmla="*/ 151419 h 315616"/>
                  <a:gd name="csX11" fmla="*/ 3099280 w 3112510"/>
                  <a:gd name="csY11" fmla="*/ 160944 h 315616"/>
                  <a:gd name="csX12" fmla="*/ 3070705 w 3112510"/>
                  <a:gd name="csY12" fmla="*/ 179994 h 315616"/>
                  <a:gd name="csX13" fmla="*/ 2875442 w 3112510"/>
                  <a:gd name="csY13" fmla="*/ 184756 h 315616"/>
                  <a:gd name="csX14" fmla="*/ 2284892 w 3112510"/>
                  <a:gd name="csY14" fmla="*/ 160944 h 315616"/>
                  <a:gd name="csX15" fmla="*/ 1965805 w 3112510"/>
                  <a:gd name="csY15" fmla="*/ 203806 h 315616"/>
                  <a:gd name="csX16" fmla="*/ 1470505 w 3112510"/>
                  <a:gd name="csY16" fmla="*/ 294294 h 315616"/>
                  <a:gd name="csX17" fmla="*/ 837092 w 3112510"/>
                  <a:gd name="csY17" fmla="*/ 313343 h 315616"/>
                  <a:gd name="csX18" fmla="*/ 237017 w 3112510"/>
                  <a:gd name="csY18" fmla="*/ 178774 h 315616"/>
                  <a:gd name="csX19" fmla="*/ 3655 w 3112510"/>
                  <a:gd name="csY19" fmla="*/ 22831 h 315616"/>
                  <a:gd name="csX0" fmla="*/ 3655 w 3112510"/>
                  <a:gd name="csY0" fmla="*/ 22831 h 315323"/>
                  <a:gd name="csX1" fmla="*/ 102080 w 3112510"/>
                  <a:gd name="csY1" fmla="*/ 8084 h 315323"/>
                  <a:gd name="csX2" fmla="*/ 205267 w 3112510"/>
                  <a:gd name="csY2" fmla="*/ 93193 h 315323"/>
                  <a:gd name="csX3" fmla="*/ 346555 w 3112510"/>
                  <a:gd name="csY3" fmla="*/ 151419 h 315323"/>
                  <a:gd name="csX4" fmla="*/ 762480 w 3112510"/>
                  <a:gd name="csY4" fmla="*/ 248663 h 315323"/>
                  <a:gd name="csX5" fmla="*/ 1227617 w 3112510"/>
                  <a:gd name="csY5" fmla="*/ 251891 h 315323"/>
                  <a:gd name="csX6" fmla="*/ 1503842 w 3112510"/>
                  <a:gd name="csY6" fmla="*/ 227619 h 315323"/>
                  <a:gd name="csX7" fmla="*/ 1822930 w 3112510"/>
                  <a:gd name="csY7" fmla="*/ 151419 h 315323"/>
                  <a:gd name="csX8" fmla="*/ 2099155 w 3112510"/>
                  <a:gd name="csY8" fmla="*/ 99031 h 315323"/>
                  <a:gd name="csX9" fmla="*/ 2418242 w 3112510"/>
                  <a:gd name="csY9" fmla="*/ 113319 h 315323"/>
                  <a:gd name="csX10" fmla="*/ 2904017 w 3112510"/>
                  <a:gd name="csY10" fmla="*/ 151419 h 315323"/>
                  <a:gd name="csX11" fmla="*/ 3099280 w 3112510"/>
                  <a:gd name="csY11" fmla="*/ 160944 h 315323"/>
                  <a:gd name="csX12" fmla="*/ 3070705 w 3112510"/>
                  <a:gd name="csY12" fmla="*/ 179994 h 315323"/>
                  <a:gd name="csX13" fmla="*/ 2875442 w 3112510"/>
                  <a:gd name="csY13" fmla="*/ 184756 h 315323"/>
                  <a:gd name="csX14" fmla="*/ 2284892 w 3112510"/>
                  <a:gd name="csY14" fmla="*/ 160944 h 315323"/>
                  <a:gd name="csX15" fmla="*/ 1854680 w 3112510"/>
                  <a:gd name="csY15" fmla="*/ 218553 h 315323"/>
                  <a:gd name="csX16" fmla="*/ 1470505 w 3112510"/>
                  <a:gd name="csY16" fmla="*/ 294294 h 315323"/>
                  <a:gd name="csX17" fmla="*/ 837092 w 3112510"/>
                  <a:gd name="csY17" fmla="*/ 313343 h 315323"/>
                  <a:gd name="csX18" fmla="*/ 237017 w 3112510"/>
                  <a:gd name="csY18" fmla="*/ 178774 h 315323"/>
                  <a:gd name="csX19" fmla="*/ 3655 w 3112510"/>
                  <a:gd name="csY19" fmla="*/ 22831 h 315323"/>
                  <a:gd name="csX0" fmla="*/ 3655 w 3112510"/>
                  <a:gd name="csY0" fmla="*/ 22831 h 315323"/>
                  <a:gd name="csX1" fmla="*/ 102080 w 3112510"/>
                  <a:gd name="csY1" fmla="*/ 8084 h 315323"/>
                  <a:gd name="csX2" fmla="*/ 205267 w 3112510"/>
                  <a:gd name="csY2" fmla="*/ 93193 h 315323"/>
                  <a:gd name="csX3" fmla="*/ 346555 w 3112510"/>
                  <a:gd name="csY3" fmla="*/ 151419 h 315323"/>
                  <a:gd name="csX4" fmla="*/ 762480 w 3112510"/>
                  <a:gd name="csY4" fmla="*/ 248663 h 315323"/>
                  <a:gd name="csX5" fmla="*/ 1227617 w 3112510"/>
                  <a:gd name="csY5" fmla="*/ 251891 h 315323"/>
                  <a:gd name="csX6" fmla="*/ 1503842 w 3112510"/>
                  <a:gd name="csY6" fmla="*/ 227619 h 315323"/>
                  <a:gd name="csX7" fmla="*/ 1853091 w 3112510"/>
                  <a:gd name="csY7" fmla="*/ 151406 h 315323"/>
                  <a:gd name="csX8" fmla="*/ 1822930 w 3112510"/>
                  <a:gd name="csY8" fmla="*/ 151419 h 315323"/>
                  <a:gd name="csX9" fmla="*/ 2099155 w 3112510"/>
                  <a:gd name="csY9" fmla="*/ 99031 h 315323"/>
                  <a:gd name="csX10" fmla="*/ 2418242 w 3112510"/>
                  <a:gd name="csY10" fmla="*/ 113319 h 315323"/>
                  <a:gd name="csX11" fmla="*/ 2904017 w 3112510"/>
                  <a:gd name="csY11" fmla="*/ 151419 h 315323"/>
                  <a:gd name="csX12" fmla="*/ 3099280 w 3112510"/>
                  <a:gd name="csY12" fmla="*/ 160944 h 315323"/>
                  <a:gd name="csX13" fmla="*/ 3070705 w 3112510"/>
                  <a:gd name="csY13" fmla="*/ 179994 h 315323"/>
                  <a:gd name="csX14" fmla="*/ 2875442 w 3112510"/>
                  <a:gd name="csY14" fmla="*/ 184756 h 315323"/>
                  <a:gd name="csX15" fmla="*/ 2284892 w 3112510"/>
                  <a:gd name="csY15" fmla="*/ 160944 h 315323"/>
                  <a:gd name="csX16" fmla="*/ 1854680 w 3112510"/>
                  <a:gd name="csY16" fmla="*/ 218553 h 315323"/>
                  <a:gd name="csX17" fmla="*/ 1470505 w 3112510"/>
                  <a:gd name="csY17" fmla="*/ 294294 h 315323"/>
                  <a:gd name="csX18" fmla="*/ 837092 w 3112510"/>
                  <a:gd name="csY18" fmla="*/ 313343 h 315323"/>
                  <a:gd name="csX19" fmla="*/ 237017 w 3112510"/>
                  <a:gd name="csY19" fmla="*/ 178774 h 315323"/>
                  <a:gd name="csX20" fmla="*/ 3655 w 3112510"/>
                  <a:gd name="csY20" fmla="*/ 22831 h 315323"/>
                  <a:gd name="csX0" fmla="*/ 3655 w 3112510"/>
                  <a:gd name="csY0" fmla="*/ 22831 h 315323"/>
                  <a:gd name="csX1" fmla="*/ 102080 w 3112510"/>
                  <a:gd name="csY1" fmla="*/ 8084 h 315323"/>
                  <a:gd name="csX2" fmla="*/ 205267 w 3112510"/>
                  <a:gd name="csY2" fmla="*/ 93193 h 315323"/>
                  <a:gd name="csX3" fmla="*/ 346555 w 3112510"/>
                  <a:gd name="csY3" fmla="*/ 151419 h 315323"/>
                  <a:gd name="csX4" fmla="*/ 762480 w 3112510"/>
                  <a:gd name="csY4" fmla="*/ 248663 h 315323"/>
                  <a:gd name="csX5" fmla="*/ 1227617 w 3112510"/>
                  <a:gd name="csY5" fmla="*/ 251891 h 315323"/>
                  <a:gd name="csX6" fmla="*/ 1503842 w 3112510"/>
                  <a:gd name="csY6" fmla="*/ 227619 h 315323"/>
                  <a:gd name="csX7" fmla="*/ 1853091 w 3112510"/>
                  <a:gd name="csY7" fmla="*/ 151406 h 315323"/>
                  <a:gd name="csX8" fmla="*/ 1822930 w 3112510"/>
                  <a:gd name="csY8" fmla="*/ 151419 h 315323"/>
                  <a:gd name="csX9" fmla="*/ 2105505 w 3112510"/>
                  <a:gd name="csY9" fmla="*/ 113778 h 315323"/>
                  <a:gd name="csX10" fmla="*/ 2418242 w 3112510"/>
                  <a:gd name="csY10" fmla="*/ 113319 h 315323"/>
                  <a:gd name="csX11" fmla="*/ 2904017 w 3112510"/>
                  <a:gd name="csY11" fmla="*/ 151419 h 315323"/>
                  <a:gd name="csX12" fmla="*/ 3099280 w 3112510"/>
                  <a:gd name="csY12" fmla="*/ 160944 h 315323"/>
                  <a:gd name="csX13" fmla="*/ 3070705 w 3112510"/>
                  <a:gd name="csY13" fmla="*/ 179994 h 315323"/>
                  <a:gd name="csX14" fmla="*/ 2875442 w 3112510"/>
                  <a:gd name="csY14" fmla="*/ 184756 h 315323"/>
                  <a:gd name="csX15" fmla="*/ 2284892 w 3112510"/>
                  <a:gd name="csY15" fmla="*/ 160944 h 315323"/>
                  <a:gd name="csX16" fmla="*/ 1854680 w 3112510"/>
                  <a:gd name="csY16" fmla="*/ 218553 h 315323"/>
                  <a:gd name="csX17" fmla="*/ 1470505 w 3112510"/>
                  <a:gd name="csY17" fmla="*/ 294294 h 315323"/>
                  <a:gd name="csX18" fmla="*/ 837092 w 3112510"/>
                  <a:gd name="csY18" fmla="*/ 313343 h 315323"/>
                  <a:gd name="csX19" fmla="*/ 237017 w 3112510"/>
                  <a:gd name="csY19" fmla="*/ 178774 h 315323"/>
                  <a:gd name="csX20" fmla="*/ 3655 w 3112510"/>
                  <a:gd name="csY20" fmla="*/ 22831 h 31532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</a:cxnLst>
                <a:rect l="l" t="t" r="r" b="b"/>
                <a:pathLst>
                  <a:path w="3112510" h="315323">
                    <a:moveTo>
                      <a:pt x="3655" y="22831"/>
                    </a:moveTo>
                    <a:cubicBezTo>
                      <a:pt x="-18835" y="-5617"/>
                      <a:pt x="68478" y="-3643"/>
                      <a:pt x="102080" y="8084"/>
                    </a:cubicBezTo>
                    <a:cubicBezTo>
                      <a:pt x="135682" y="19811"/>
                      <a:pt x="164521" y="69304"/>
                      <a:pt x="205267" y="93193"/>
                    </a:cubicBezTo>
                    <a:cubicBezTo>
                      <a:pt x="246013" y="117082"/>
                      <a:pt x="253686" y="125507"/>
                      <a:pt x="346555" y="151419"/>
                    </a:cubicBezTo>
                    <a:cubicBezTo>
                      <a:pt x="439424" y="177331"/>
                      <a:pt x="615636" y="231918"/>
                      <a:pt x="762480" y="248663"/>
                    </a:cubicBezTo>
                    <a:cubicBezTo>
                      <a:pt x="909324" y="265408"/>
                      <a:pt x="1104057" y="255398"/>
                      <a:pt x="1227617" y="251891"/>
                    </a:cubicBezTo>
                    <a:cubicBezTo>
                      <a:pt x="1319692" y="243800"/>
                      <a:pt x="1399596" y="244367"/>
                      <a:pt x="1503842" y="227619"/>
                    </a:cubicBezTo>
                    <a:cubicBezTo>
                      <a:pt x="1608088" y="210871"/>
                      <a:pt x="1799910" y="164106"/>
                      <a:pt x="1853091" y="151406"/>
                    </a:cubicBezTo>
                    <a:cubicBezTo>
                      <a:pt x="1906272" y="138706"/>
                      <a:pt x="1780861" y="157690"/>
                      <a:pt x="1822930" y="151419"/>
                    </a:cubicBezTo>
                    <a:cubicBezTo>
                      <a:pt x="1864999" y="145148"/>
                      <a:pt x="2006287" y="120128"/>
                      <a:pt x="2105505" y="113778"/>
                    </a:cubicBezTo>
                    <a:cubicBezTo>
                      <a:pt x="2204723" y="107428"/>
                      <a:pt x="2285157" y="107046"/>
                      <a:pt x="2418242" y="113319"/>
                    </a:cubicBezTo>
                    <a:cubicBezTo>
                      <a:pt x="2551327" y="119592"/>
                      <a:pt x="2790511" y="143482"/>
                      <a:pt x="2904017" y="151419"/>
                    </a:cubicBezTo>
                    <a:cubicBezTo>
                      <a:pt x="3017523" y="159356"/>
                      <a:pt x="3071499" y="156182"/>
                      <a:pt x="3099280" y="160944"/>
                    </a:cubicBezTo>
                    <a:cubicBezTo>
                      <a:pt x="3127061" y="165707"/>
                      <a:pt x="3108011" y="176025"/>
                      <a:pt x="3070705" y="179994"/>
                    </a:cubicBezTo>
                    <a:cubicBezTo>
                      <a:pt x="3033399" y="183963"/>
                      <a:pt x="3006411" y="187931"/>
                      <a:pt x="2875442" y="184756"/>
                    </a:cubicBezTo>
                    <a:cubicBezTo>
                      <a:pt x="2744473" y="181581"/>
                      <a:pt x="2455019" y="155311"/>
                      <a:pt x="2284892" y="160944"/>
                    </a:cubicBezTo>
                    <a:cubicBezTo>
                      <a:pt x="2114765" y="166577"/>
                      <a:pt x="1990411" y="196328"/>
                      <a:pt x="1854680" y="218553"/>
                    </a:cubicBezTo>
                    <a:cubicBezTo>
                      <a:pt x="1718949" y="240778"/>
                      <a:pt x="1640103" y="278496"/>
                      <a:pt x="1470505" y="294294"/>
                    </a:cubicBezTo>
                    <a:cubicBezTo>
                      <a:pt x="1300907" y="310092"/>
                      <a:pt x="1018861" y="319693"/>
                      <a:pt x="837092" y="313343"/>
                    </a:cubicBezTo>
                    <a:cubicBezTo>
                      <a:pt x="655323" y="306993"/>
                      <a:pt x="375923" y="227193"/>
                      <a:pt x="237017" y="178774"/>
                    </a:cubicBezTo>
                    <a:cubicBezTo>
                      <a:pt x="98111" y="130355"/>
                      <a:pt x="26145" y="51279"/>
                      <a:pt x="3655" y="22831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chemeClr val="tx2">
                      <a:lumMod val="75000"/>
                      <a:lumOff val="25000"/>
                    </a:schemeClr>
                  </a:gs>
                  <a:gs pos="86000">
                    <a:srgbClr val="FF0000"/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0" scaled="1"/>
                <a:tileRect/>
              </a:gra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 dirty="0"/>
              </a:p>
            </p:txBody>
          </p:sp>
          <p:sp>
            <p:nvSpPr>
              <p:cNvPr id="26" name="月 25">
                <a:extLst>
                  <a:ext uri="{FF2B5EF4-FFF2-40B4-BE49-F238E27FC236}">
                    <a16:creationId xmlns:a16="http://schemas.microsoft.com/office/drawing/2014/main" id="{56BA392C-D2C2-65CF-2E5E-ACE982D573E8}"/>
                  </a:ext>
                </a:extLst>
              </p:cNvPr>
              <p:cNvSpPr/>
              <p:nvPr/>
            </p:nvSpPr>
            <p:spPr>
              <a:xfrm rot="15924388">
                <a:off x="6188168" y="3227123"/>
                <a:ext cx="117251" cy="1032794"/>
              </a:xfrm>
              <a:prstGeom prst="moon">
                <a:avLst/>
              </a:prstGeom>
              <a:solidFill>
                <a:schemeClr val="tx2">
                  <a:lumMod val="75000"/>
                  <a:lumOff val="25000"/>
                </a:schemeClr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フリーフォーム: 図形 27">
                <a:extLst>
                  <a:ext uri="{FF2B5EF4-FFF2-40B4-BE49-F238E27FC236}">
                    <a16:creationId xmlns:a16="http://schemas.microsoft.com/office/drawing/2014/main" id="{120F4BC2-3293-B650-4113-BA1A78A838B9}"/>
                  </a:ext>
                </a:extLst>
              </p:cNvPr>
              <p:cNvSpPr/>
              <p:nvPr/>
            </p:nvSpPr>
            <p:spPr>
              <a:xfrm>
                <a:off x="3304398" y="3024669"/>
                <a:ext cx="389184" cy="155217"/>
              </a:xfrm>
              <a:custGeom>
                <a:avLst/>
                <a:gdLst>
                  <a:gd name="csX0" fmla="*/ 609620 w 609640"/>
                  <a:gd name="csY0" fmla="*/ 194519 h 194774"/>
                  <a:gd name="csX1" fmla="*/ 527070 w 609640"/>
                  <a:gd name="csY1" fmla="*/ 83394 h 194774"/>
                  <a:gd name="csX2" fmla="*/ 346095 w 609640"/>
                  <a:gd name="csY2" fmla="*/ 13544 h 194774"/>
                  <a:gd name="csX3" fmla="*/ 146070 w 609640"/>
                  <a:gd name="csY3" fmla="*/ 844 h 194774"/>
                  <a:gd name="csX4" fmla="*/ 20 w 609640"/>
                  <a:gd name="csY4" fmla="*/ 26244 h 194774"/>
                  <a:gd name="csX5" fmla="*/ 155595 w 609640"/>
                  <a:gd name="csY5" fmla="*/ 13544 h 194774"/>
                  <a:gd name="csX6" fmla="*/ 390545 w 609640"/>
                  <a:gd name="csY6" fmla="*/ 42119 h 194774"/>
                  <a:gd name="csX7" fmla="*/ 520720 w 609640"/>
                  <a:gd name="csY7" fmla="*/ 111969 h 194774"/>
                  <a:gd name="csX8" fmla="*/ 609620 w 609640"/>
                  <a:gd name="csY8" fmla="*/ 194519 h 194774"/>
                  <a:gd name="csX0" fmla="*/ 609620 w 609640"/>
                  <a:gd name="csY0" fmla="*/ 194519 h 194770"/>
                  <a:gd name="csX1" fmla="*/ 527070 w 609640"/>
                  <a:gd name="csY1" fmla="*/ 83394 h 194770"/>
                  <a:gd name="csX2" fmla="*/ 346095 w 609640"/>
                  <a:gd name="csY2" fmla="*/ 13544 h 194770"/>
                  <a:gd name="csX3" fmla="*/ 146070 w 609640"/>
                  <a:gd name="csY3" fmla="*/ 844 h 194770"/>
                  <a:gd name="csX4" fmla="*/ 20 w 609640"/>
                  <a:gd name="csY4" fmla="*/ 26244 h 194770"/>
                  <a:gd name="csX5" fmla="*/ 155595 w 609640"/>
                  <a:gd name="csY5" fmla="*/ 13544 h 194770"/>
                  <a:gd name="csX6" fmla="*/ 390545 w 609640"/>
                  <a:gd name="csY6" fmla="*/ 54819 h 194770"/>
                  <a:gd name="csX7" fmla="*/ 520720 w 609640"/>
                  <a:gd name="csY7" fmla="*/ 111969 h 194770"/>
                  <a:gd name="csX8" fmla="*/ 609620 w 609640"/>
                  <a:gd name="csY8" fmla="*/ 194519 h 194770"/>
                  <a:gd name="csX0" fmla="*/ 609620 w 609620"/>
                  <a:gd name="csY0" fmla="*/ 194519 h 195249"/>
                  <a:gd name="csX1" fmla="*/ 527070 w 609620"/>
                  <a:gd name="csY1" fmla="*/ 83394 h 195249"/>
                  <a:gd name="csX2" fmla="*/ 346095 w 609620"/>
                  <a:gd name="csY2" fmla="*/ 13544 h 195249"/>
                  <a:gd name="csX3" fmla="*/ 146070 w 609620"/>
                  <a:gd name="csY3" fmla="*/ 844 h 195249"/>
                  <a:gd name="csX4" fmla="*/ 20 w 609620"/>
                  <a:gd name="csY4" fmla="*/ 26244 h 195249"/>
                  <a:gd name="csX5" fmla="*/ 155595 w 609620"/>
                  <a:gd name="csY5" fmla="*/ 13544 h 195249"/>
                  <a:gd name="csX6" fmla="*/ 390545 w 609620"/>
                  <a:gd name="csY6" fmla="*/ 54819 h 195249"/>
                  <a:gd name="csX7" fmla="*/ 527070 w 609620"/>
                  <a:gd name="csY7" fmla="*/ 127844 h 195249"/>
                  <a:gd name="csX8" fmla="*/ 609620 w 609620"/>
                  <a:gd name="csY8" fmla="*/ 194519 h 195249"/>
                  <a:gd name="csX0" fmla="*/ 609620 w 609631"/>
                  <a:gd name="csY0" fmla="*/ 194519 h 194860"/>
                  <a:gd name="csX1" fmla="*/ 527070 w 609631"/>
                  <a:gd name="csY1" fmla="*/ 83394 h 194860"/>
                  <a:gd name="csX2" fmla="*/ 346095 w 609631"/>
                  <a:gd name="csY2" fmla="*/ 13544 h 194860"/>
                  <a:gd name="csX3" fmla="*/ 146070 w 609631"/>
                  <a:gd name="csY3" fmla="*/ 844 h 194860"/>
                  <a:gd name="csX4" fmla="*/ 20 w 609631"/>
                  <a:gd name="csY4" fmla="*/ 26244 h 194860"/>
                  <a:gd name="csX5" fmla="*/ 155595 w 609631"/>
                  <a:gd name="csY5" fmla="*/ 13544 h 194860"/>
                  <a:gd name="csX6" fmla="*/ 390545 w 609631"/>
                  <a:gd name="csY6" fmla="*/ 54819 h 194860"/>
                  <a:gd name="csX7" fmla="*/ 522308 w 609631"/>
                  <a:gd name="csY7" fmla="*/ 115937 h 194860"/>
                  <a:gd name="csX8" fmla="*/ 609620 w 609631"/>
                  <a:gd name="csY8" fmla="*/ 194519 h 194860"/>
                  <a:gd name="csX0" fmla="*/ 609620 w 610054"/>
                  <a:gd name="csY0" fmla="*/ 194519 h 196418"/>
                  <a:gd name="csX1" fmla="*/ 527070 w 610054"/>
                  <a:gd name="csY1" fmla="*/ 83394 h 196418"/>
                  <a:gd name="csX2" fmla="*/ 346095 w 610054"/>
                  <a:gd name="csY2" fmla="*/ 13544 h 196418"/>
                  <a:gd name="csX3" fmla="*/ 146070 w 610054"/>
                  <a:gd name="csY3" fmla="*/ 844 h 196418"/>
                  <a:gd name="csX4" fmla="*/ 20 w 610054"/>
                  <a:gd name="csY4" fmla="*/ 26244 h 196418"/>
                  <a:gd name="csX5" fmla="*/ 155595 w 610054"/>
                  <a:gd name="csY5" fmla="*/ 13544 h 196418"/>
                  <a:gd name="csX6" fmla="*/ 390545 w 610054"/>
                  <a:gd name="csY6" fmla="*/ 54819 h 196418"/>
                  <a:gd name="csX7" fmla="*/ 522308 w 610054"/>
                  <a:gd name="csY7" fmla="*/ 115937 h 196418"/>
                  <a:gd name="csX8" fmla="*/ 558026 w 610054"/>
                  <a:gd name="csY8" fmla="*/ 150863 h 196418"/>
                  <a:gd name="csX9" fmla="*/ 609620 w 610054"/>
                  <a:gd name="csY9" fmla="*/ 194519 h 196418"/>
                  <a:gd name="csX0" fmla="*/ 609620 w 610638"/>
                  <a:gd name="csY0" fmla="*/ 194519 h 202223"/>
                  <a:gd name="csX1" fmla="*/ 527070 w 610638"/>
                  <a:gd name="csY1" fmla="*/ 83394 h 202223"/>
                  <a:gd name="csX2" fmla="*/ 346095 w 610638"/>
                  <a:gd name="csY2" fmla="*/ 13544 h 202223"/>
                  <a:gd name="csX3" fmla="*/ 146070 w 610638"/>
                  <a:gd name="csY3" fmla="*/ 844 h 202223"/>
                  <a:gd name="csX4" fmla="*/ 20 w 610638"/>
                  <a:gd name="csY4" fmla="*/ 26244 h 202223"/>
                  <a:gd name="csX5" fmla="*/ 155595 w 610638"/>
                  <a:gd name="csY5" fmla="*/ 13544 h 202223"/>
                  <a:gd name="csX6" fmla="*/ 390545 w 610638"/>
                  <a:gd name="csY6" fmla="*/ 54819 h 202223"/>
                  <a:gd name="csX7" fmla="*/ 522308 w 610638"/>
                  <a:gd name="csY7" fmla="*/ 115937 h 202223"/>
                  <a:gd name="csX8" fmla="*/ 569933 w 610638"/>
                  <a:gd name="csY8" fmla="*/ 184201 h 202223"/>
                  <a:gd name="csX9" fmla="*/ 609620 w 610638"/>
                  <a:gd name="csY9" fmla="*/ 194519 h 202223"/>
                  <a:gd name="csX0" fmla="*/ 609620 w 610998"/>
                  <a:gd name="csY0" fmla="*/ 194519 h 206067"/>
                  <a:gd name="csX1" fmla="*/ 527070 w 610998"/>
                  <a:gd name="csY1" fmla="*/ 83394 h 206067"/>
                  <a:gd name="csX2" fmla="*/ 346095 w 610998"/>
                  <a:gd name="csY2" fmla="*/ 13544 h 206067"/>
                  <a:gd name="csX3" fmla="*/ 146070 w 610998"/>
                  <a:gd name="csY3" fmla="*/ 844 h 206067"/>
                  <a:gd name="csX4" fmla="*/ 20 w 610998"/>
                  <a:gd name="csY4" fmla="*/ 26244 h 206067"/>
                  <a:gd name="csX5" fmla="*/ 155595 w 610998"/>
                  <a:gd name="csY5" fmla="*/ 13544 h 206067"/>
                  <a:gd name="csX6" fmla="*/ 390545 w 610998"/>
                  <a:gd name="csY6" fmla="*/ 54819 h 206067"/>
                  <a:gd name="csX7" fmla="*/ 522308 w 610998"/>
                  <a:gd name="csY7" fmla="*/ 115937 h 206067"/>
                  <a:gd name="csX8" fmla="*/ 574695 w 610998"/>
                  <a:gd name="csY8" fmla="*/ 193726 h 206067"/>
                  <a:gd name="csX9" fmla="*/ 609620 w 610998"/>
                  <a:gd name="csY9" fmla="*/ 194519 h 206067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</a:cxnLst>
                <a:rect l="l" t="t" r="r" b="b"/>
                <a:pathLst>
                  <a:path w="610998" h="206067">
                    <a:moveTo>
                      <a:pt x="609620" y="194519"/>
                    </a:moveTo>
                    <a:cubicBezTo>
                      <a:pt x="601682" y="176130"/>
                      <a:pt x="570991" y="113556"/>
                      <a:pt x="527070" y="83394"/>
                    </a:cubicBezTo>
                    <a:cubicBezTo>
                      <a:pt x="483149" y="53232"/>
                      <a:pt x="409595" y="27302"/>
                      <a:pt x="346095" y="13544"/>
                    </a:cubicBezTo>
                    <a:cubicBezTo>
                      <a:pt x="282595" y="-214"/>
                      <a:pt x="203749" y="-1273"/>
                      <a:pt x="146070" y="844"/>
                    </a:cubicBezTo>
                    <a:cubicBezTo>
                      <a:pt x="88391" y="2961"/>
                      <a:pt x="-1568" y="24127"/>
                      <a:pt x="20" y="26244"/>
                    </a:cubicBezTo>
                    <a:cubicBezTo>
                      <a:pt x="1608" y="28361"/>
                      <a:pt x="90508" y="8782"/>
                      <a:pt x="155595" y="13544"/>
                    </a:cubicBezTo>
                    <a:cubicBezTo>
                      <a:pt x="220682" y="18306"/>
                      <a:pt x="329691" y="38415"/>
                      <a:pt x="390545" y="54819"/>
                    </a:cubicBezTo>
                    <a:cubicBezTo>
                      <a:pt x="451399" y="71223"/>
                      <a:pt x="491616" y="92786"/>
                      <a:pt x="522308" y="115937"/>
                    </a:cubicBezTo>
                    <a:cubicBezTo>
                      <a:pt x="553000" y="139088"/>
                      <a:pt x="560143" y="180629"/>
                      <a:pt x="574695" y="193726"/>
                    </a:cubicBezTo>
                    <a:cubicBezTo>
                      <a:pt x="589247" y="206823"/>
                      <a:pt x="617558" y="212908"/>
                      <a:pt x="609620" y="194519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75000"/>
                      <a:lumOff val="25000"/>
                    </a:schemeClr>
                  </a:gs>
                  <a:gs pos="100000">
                    <a:schemeClr val="accent1">
                      <a:tint val="23500"/>
                      <a:satMod val="160000"/>
                    </a:schemeClr>
                  </a:gs>
                </a:gsLst>
                <a:lin ang="108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9" name="月 28">
                <a:extLst>
                  <a:ext uri="{FF2B5EF4-FFF2-40B4-BE49-F238E27FC236}">
                    <a16:creationId xmlns:a16="http://schemas.microsoft.com/office/drawing/2014/main" id="{28CC0221-657E-8ED8-4124-06DAC9F53BB6}"/>
                  </a:ext>
                </a:extLst>
              </p:cNvPr>
              <p:cNvSpPr/>
              <p:nvPr/>
            </p:nvSpPr>
            <p:spPr>
              <a:xfrm rot="15765094" flipH="1">
                <a:off x="4129628" y="2638116"/>
                <a:ext cx="112700" cy="862872"/>
              </a:xfrm>
              <a:custGeom>
                <a:avLst/>
                <a:gdLst>
                  <a:gd name="csX0" fmla="*/ 100730 w 100730"/>
                  <a:gd name="csY0" fmla="*/ 862871 h 862871"/>
                  <a:gd name="csX1" fmla="*/ 0 w 100730"/>
                  <a:gd name="csY1" fmla="*/ 431435 h 862871"/>
                  <a:gd name="csX2" fmla="*/ 100730 w 100730"/>
                  <a:gd name="csY2" fmla="*/ -1 h 862871"/>
                  <a:gd name="csX3" fmla="*/ 50365 w 100730"/>
                  <a:gd name="csY3" fmla="*/ 431435 h 862871"/>
                  <a:gd name="csX4" fmla="*/ 100730 w 100730"/>
                  <a:gd name="csY4" fmla="*/ 862871 h 862871"/>
                  <a:gd name="csX0" fmla="*/ 109543 w 109543"/>
                  <a:gd name="csY0" fmla="*/ 862872 h 862872"/>
                  <a:gd name="csX1" fmla="*/ 0 w 109543"/>
                  <a:gd name="csY1" fmla="*/ 362145 h 862872"/>
                  <a:gd name="csX2" fmla="*/ 109543 w 109543"/>
                  <a:gd name="csY2" fmla="*/ 0 h 862872"/>
                  <a:gd name="csX3" fmla="*/ 59178 w 109543"/>
                  <a:gd name="csY3" fmla="*/ 431436 h 862872"/>
                  <a:gd name="csX4" fmla="*/ 109543 w 109543"/>
                  <a:gd name="csY4" fmla="*/ 862872 h 862872"/>
                  <a:gd name="csX0" fmla="*/ 112700 w 112700"/>
                  <a:gd name="csY0" fmla="*/ 862872 h 862872"/>
                  <a:gd name="csX1" fmla="*/ 3157 w 112700"/>
                  <a:gd name="csY1" fmla="*/ 362145 h 862872"/>
                  <a:gd name="csX2" fmla="*/ 112700 w 112700"/>
                  <a:gd name="csY2" fmla="*/ 0 h 862872"/>
                  <a:gd name="csX3" fmla="*/ 62335 w 112700"/>
                  <a:gd name="csY3" fmla="*/ 431436 h 862872"/>
                  <a:gd name="csX4" fmla="*/ 112700 w 112700"/>
                  <a:gd name="csY4" fmla="*/ 862872 h 86287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112700" h="862872">
                    <a:moveTo>
                      <a:pt x="112700" y="862872"/>
                    </a:moveTo>
                    <a:cubicBezTo>
                      <a:pt x="57068" y="862872"/>
                      <a:pt x="-16141" y="599675"/>
                      <a:pt x="3157" y="362145"/>
                    </a:cubicBezTo>
                    <a:cubicBezTo>
                      <a:pt x="22455" y="124615"/>
                      <a:pt x="57068" y="0"/>
                      <a:pt x="112700" y="0"/>
                    </a:cubicBezTo>
                    <a:cubicBezTo>
                      <a:pt x="80994" y="101848"/>
                      <a:pt x="62335" y="261689"/>
                      <a:pt x="62335" y="431436"/>
                    </a:cubicBezTo>
                    <a:cubicBezTo>
                      <a:pt x="62335" y="601183"/>
                      <a:pt x="80995" y="761024"/>
                      <a:pt x="112700" y="862872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tx2">
                      <a:lumMod val="75000"/>
                      <a:lumOff val="25000"/>
                    </a:schemeClr>
                  </a:gs>
                  <a:gs pos="100000">
                    <a:schemeClr val="accent2">
                      <a:lumMod val="20000"/>
                      <a:lumOff val="80000"/>
                    </a:schemeClr>
                  </a:gs>
                </a:gsLst>
                <a:lin ang="5400000" scaled="0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838943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6F830B7-004D-32B6-9B12-B59DE36A7C64}"/>
              </a:ext>
            </a:extLst>
          </p:cNvPr>
          <p:cNvSpPr txBox="1"/>
          <p:nvPr/>
        </p:nvSpPr>
        <p:spPr>
          <a:xfrm>
            <a:off x="3979074" y="2728714"/>
            <a:ext cx="423385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5400" b="1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rgbClr val="FF0000"/>
                    </a:gs>
                  </a:gsLst>
                  <a:lin ang="16200000" scaled="1"/>
                  <a:tileRect/>
                </a:gra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SparseSolv</a:t>
            </a:r>
            <a:endParaRPr kumimoji="1" lang="ja-JP" altLang="en-US" sz="5400" b="1" dirty="0">
              <a:gradFill flip="none" rotWithShape="1">
                <a:gsLst>
                  <a:gs pos="0">
                    <a:schemeClr val="tx1"/>
                  </a:gs>
                  <a:gs pos="100000">
                    <a:srgbClr val="FF0000"/>
                  </a:gs>
                </a:gsLst>
                <a:lin ang="16200000" scaled="1"/>
                <a:tileRect/>
              </a:gra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5" name="左大かっこ 4">
            <a:extLst>
              <a:ext uri="{FF2B5EF4-FFF2-40B4-BE49-F238E27FC236}">
                <a16:creationId xmlns:a16="http://schemas.microsoft.com/office/drawing/2014/main" id="{D8C7EC8F-F559-5267-1477-F2317E71672C}"/>
              </a:ext>
            </a:extLst>
          </p:cNvPr>
          <p:cNvSpPr/>
          <p:nvPr/>
        </p:nvSpPr>
        <p:spPr>
          <a:xfrm>
            <a:off x="4151151" y="2271855"/>
            <a:ext cx="69850" cy="632115"/>
          </a:xfrm>
          <a:prstGeom prst="leftBracket">
            <a:avLst>
              <a:gd name="adj" fmla="val 5035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7047C0DE-6015-F937-E182-F9BEF6CADD0D}"/>
              </a:ext>
            </a:extLst>
          </p:cNvPr>
          <p:cNvSpPr/>
          <p:nvPr/>
        </p:nvSpPr>
        <p:spPr>
          <a:xfrm>
            <a:off x="4253090" y="2539564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EA2002C9-5615-7C08-4CC3-5F7EE39DD504}"/>
              </a:ext>
            </a:extLst>
          </p:cNvPr>
          <p:cNvSpPr/>
          <p:nvPr/>
        </p:nvSpPr>
        <p:spPr>
          <a:xfrm>
            <a:off x="4253090" y="2321790"/>
            <a:ext cx="114300" cy="1143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6AB30D56-040F-FFEE-47A1-338F7ADFB0C4}"/>
              </a:ext>
            </a:extLst>
          </p:cNvPr>
          <p:cNvSpPr/>
          <p:nvPr/>
        </p:nvSpPr>
        <p:spPr>
          <a:xfrm>
            <a:off x="4512932" y="2530762"/>
            <a:ext cx="114300" cy="1143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D3352151-2C3F-826C-F51E-DCAB17E30BDF}"/>
              </a:ext>
            </a:extLst>
          </p:cNvPr>
          <p:cNvSpPr/>
          <p:nvPr/>
        </p:nvSpPr>
        <p:spPr>
          <a:xfrm>
            <a:off x="4772773" y="2739735"/>
            <a:ext cx="114300" cy="114300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A6790DD5-855A-2E23-11FB-D4E1D9D4665C}"/>
              </a:ext>
            </a:extLst>
          </p:cNvPr>
          <p:cNvSpPr/>
          <p:nvPr/>
        </p:nvSpPr>
        <p:spPr>
          <a:xfrm>
            <a:off x="4253090" y="2739735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0C935350-7C5B-9EFA-20EE-F97C326196B7}"/>
              </a:ext>
            </a:extLst>
          </p:cNvPr>
          <p:cNvSpPr/>
          <p:nvPr/>
        </p:nvSpPr>
        <p:spPr>
          <a:xfrm>
            <a:off x="4512084" y="2739735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楕円 12">
            <a:extLst>
              <a:ext uri="{FF2B5EF4-FFF2-40B4-BE49-F238E27FC236}">
                <a16:creationId xmlns:a16="http://schemas.microsoft.com/office/drawing/2014/main" id="{077E8DDE-CDF8-D0E2-8E4B-179585A255DF}"/>
              </a:ext>
            </a:extLst>
          </p:cNvPr>
          <p:cNvSpPr/>
          <p:nvPr/>
        </p:nvSpPr>
        <p:spPr>
          <a:xfrm>
            <a:off x="4772773" y="2537389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楕円 13">
            <a:extLst>
              <a:ext uri="{FF2B5EF4-FFF2-40B4-BE49-F238E27FC236}">
                <a16:creationId xmlns:a16="http://schemas.microsoft.com/office/drawing/2014/main" id="{F02410A3-0790-E576-703D-5DDADEAFCB87}"/>
              </a:ext>
            </a:extLst>
          </p:cNvPr>
          <p:cNvSpPr/>
          <p:nvPr/>
        </p:nvSpPr>
        <p:spPr>
          <a:xfrm>
            <a:off x="4772773" y="2321790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楕円 14">
            <a:extLst>
              <a:ext uri="{FF2B5EF4-FFF2-40B4-BE49-F238E27FC236}">
                <a16:creationId xmlns:a16="http://schemas.microsoft.com/office/drawing/2014/main" id="{E01F846E-AB70-BBCC-9055-9730E0CC1EBB}"/>
              </a:ext>
            </a:extLst>
          </p:cNvPr>
          <p:cNvSpPr/>
          <p:nvPr/>
        </p:nvSpPr>
        <p:spPr>
          <a:xfrm>
            <a:off x="4512084" y="2324386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左大かっこ 15">
            <a:extLst>
              <a:ext uri="{FF2B5EF4-FFF2-40B4-BE49-F238E27FC236}">
                <a16:creationId xmlns:a16="http://schemas.microsoft.com/office/drawing/2014/main" id="{3B0FAB34-AF82-DD1F-1E32-DE1C430C1311}"/>
              </a:ext>
            </a:extLst>
          </p:cNvPr>
          <p:cNvSpPr/>
          <p:nvPr/>
        </p:nvSpPr>
        <p:spPr>
          <a:xfrm rot="10800000">
            <a:off x="4917467" y="2271854"/>
            <a:ext cx="69850" cy="632115"/>
          </a:xfrm>
          <a:prstGeom prst="leftBracket">
            <a:avLst>
              <a:gd name="adj" fmla="val 5035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左大かっこ 38">
            <a:extLst>
              <a:ext uri="{FF2B5EF4-FFF2-40B4-BE49-F238E27FC236}">
                <a16:creationId xmlns:a16="http://schemas.microsoft.com/office/drawing/2014/main" id="{7342F6BC-1D00-3F09-4360-E776C99E8D3D}"/>
              </a:ext>
            </a:extLst>
          </p:cNvPr>
          <p:cNvSpPr/>
          <p:nvPr/>
        </p:nvSpPr>
        <p:spPr>
          <a:xfrm>
            <a:off x="6096000" y="2271855"/>
            <a:ext cx="69850" cy="632115"/>
          </a:xfrm>
          <a:prstGeom prst="leftBracket">
            <a:avLst>
              <a:gd name="adj" fmla="val 5035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7EE41681-56A1-D4EC-2CF4-61E9E940032E}"/>
              </a:ext>
            </a:extLst>
          </p:cNvPr>
          <p:cNvSpPr/>
          <p:nvPr/>
        </p:nvSpPr>
        <p:spPr>
          <a:xfrm>
            <a:off x="6197939" y="2539564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1" name="楕円 40">
            <a:extLst>
              <a:ext uri="{FF2B5EF4-FFF2-40B4-BE49-F238E27FC236}">
                <a16:creationId xmlns:a16="http://schemas.microsoft.com/office/drawing/2014/main" id="{E26F6864-D488-9421-EE2E-740638FA4B9B}"/>
              </a:ext>
            </a:extLst>
          </p:cNvPr>
          <p:cNvSpPr/>
          <p:nvPr/>
        </p:nvSpPr>
        <p:spPr>
          <a:xfrm>
            <a:off x="6166019" y="2295667"/>
            <a:ext cx="183811" cy="18381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4" name="楕円 43">
            <a:extLst>
              <a:ext uri="{FF2B5EF4-FFF2-40B4-BE49-F238E27FC236}">
                <a16:creationId xmlns:a16="http://schemas.microsoft.com/office/drawing/2014/main" id="{80C75653-10A3-B990-BC18-59C231CC8AC9}"/>
              </a:ext>
            </a:extLst>
          </p:cNvPr>
          <p:cNvSpPr/>
          <p:nvPr/>
        </p:nvSpPr>
        <p:spPr>
          <a:xfrm>
            <a:off x="6197939" y="2739735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5" name="楕円 44">
            <a:extLst>
              <a:ext uri="{FF2B5EF4-FFF2-40B4-BE49-F238E27FC236}">
                <a16:creationId xmlns:a16="http://schemas.microsoft.com/office/drawing/2014/main" id="{346D9497-4331-E15F-8A97-F445B81C5AD9}"/>
              </a:ext>
            </a:extLst>
          </p:cNvPr>
          <p:cNvSpPr/>
          <p:nvPr/>
        </p:nvSpPr>
        <p:spPr>
          <a:xfrm>
            <a:off x="6456933" y="2739735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楕円 45">
            <a:extLst>
              <a:ext uri="{FF2B5EF4-FFF2-40B4-BE49-F238E27FC236}">
                <a16:creationId xmlns:a16="http://schemas.microsoft.com/office/drawing/2014/main" id="{BA24C867-D504-C9C1-0D29-89335432BC99}"/>
              </a:ext>
            </a:extLst>
          </p:cNvPr>
          <p:cNvSpPr/>
          <p:nvPr/>
        </p:nvSpPr>
        <p:spPr>
          <a:xfrm>
            <a:off x="6717622" y="2537389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204B26C5-46A4-D905-9CDB-34D48BA3B91D}"/>
              </a:ext>
            </a:extLst>
          </p:cNvPr>
          <p:cNvSpPr/>
          <p:nvPr/>
        </p:nvSpPr>
        <p:spPr>
          <a:xfrm>
            <a:off x="6717622" y="2321790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A8DD9A0B-07AE-1E51-C94D-4DA4FABB8583}"/>
              </a:ext>
            </a:extLst>
          </p:cNvPr>
          <p:cNvSpPr/>
          <p:nvPr/>
        </p:nvSpPr>
        <p:spPr>
          <a:xfrm>
            <a:off x="6456933" y="2324386"/>
            <a:ext cx="114300" cy="114300"/>
          </a:xfrm>
          <a:prstGeom prst="ellipse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左大かっこ 48">
            <a:extLst>
              <a:ext uri="{FF2B5EF4-FFF2-40B4-BE49-F238E27FC236}">
                <a16:creationId xmlns:a16="http://schemas.microsoft.com/office/drawing/2014/main" id="{DAA0CEE3-9836-1A87-27D5-E6930A014C49}"/>
              </a:ext>
            </a:extLst>
          </p:cNvPr>
          <p:cNvSpPr/>
          <p:nvPr/>
        </p:nvSpPr>
        <p:spPr>
          <a:xfrm rot="10800000">
            <a:off x="6862316" y="2271854"/>
            <a:ext cx="69850" cy="632115"/>
          </a:xfrm>
          <a:prstGeom prst="leftBracket">
            <a:avLst>
              <a:gd name="adj" fmla="val 50352"/>
            </a:avLst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9D52FE3-2DAC-4ECB-E90E-252DD7A73CA4}"/>
              </a:ext>
            </a:extLst>
          </p:cNvPr>
          <p:cNvSpPr/>
          <p:nvPr/>
        </p:nvSpPr>
        <p:spPr>
          <a:xfrm>
            <a:off x="6426709" y="2496005"/>
            <a:ext cx="183811" cy="18381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楕円 50">
            <a:extLst>
              <a:ext uri="{FF2B5EF4-FFF2-40B4-BE49-F238E27FC236}">
                <a16:creationId xmlns:a16="http://schemas.microsoft.com/office/drawing/2014/main" id="{4FCD5B33-DB91-334A-B88D-6E262A81E227}"/>
              </a:ext>
            </a:extLst>
          </p:cNvPr>
          <p:cNvSpPr/>
          <p:nvPr/>
        </p:nvSpPr>
        <p:spPr>
          <a:xfrm>
            <a:off x="6682866" y="2704979"/>
            <a:ext cx="183811" cy="183811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63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0F9E21D2-7357-430D-D854-DBA2044E34CA}"/>
              </a:ext>
            </a:extLst>
          </p:cNvPr>
          <p:cNvCxnSpPr>
            <a:cxnSpLocks/>
          </p:cNvCxnSpPr>
          <p:nvPr/>
        </p:nvCxnSpPr>
        <p:spPr>
          <a:xfrm flipV="1">
            <a:off x="5145754" y="2484168"/>
            <a:ext cx="313763" cy="218429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F5A4A63-908F-342A-E531-35999BE6B982}"/>
              </a:ext>
            </a:extLst>
          </p:cNvPr>
          <p:cNvCxnSpPr>
            <a:cxnSpLocks/>
          </p:cNvCxnSpPr>
          <p:nvPr/>
        </p:nvCxnSpPr>
        <p:spPr>
          <a:xfrm>
            <a:off x="5428551" y="2473810"/>
            <a:ext cx="140613" cy="228787"/>
          </a:xfrm>
          <a:prstGeom prst="line">
            <a:avLst/>
          </a:prstGeom>
          <a:ln w="57150">
            <a:solidFill>
              <a:srgbClr val="FFC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E0CE0228-ACF7-15EB-9215-7DADCDECD3E2}"/>
              </a:ext>
            </a:extLst>
          </p:cNvPr>
          <p:cNvCxnSpPr>
            <a:cxnSpLocks/>
          </p:cNvCxnSpPr>
          <p:nvPr/>
        </p:nvCxnSpPr>
        <p:spPr>
          <a:xfrm flipV="1">
            <a:off x="5549242" y="2489904"/>
            <a:ext cx="388321" cy="236428"/>
          </a:xfrm>
          <a:prstGeom prst="line">
            <a:avLst/>
          </a:prstGeom>
          <a:ln w="57150">
            <a:solidFill>
              <a:srgbClr val="FFCC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641428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35F0F24-5AF7-2673-AD9C-0EFF9D8FF34F}"/>
              </a:ext>
            </a:extLst>
          </p:cNvPr>
          <p:cNvSpPr txBox="1"/>
          <p:nvPr/>
        </p:nvSpPr>
        <p:spPr>
          <a:xfrm>
            <a:off x="2950377" y="3210532"/>
            <a:ext cx="609173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800" b="1" dirty="0">
                <a:gradFill flip="none" rotWithShape="1">
                  <a:gsLst>
                    <a:gs pos="0">
                      <a:schemeClr val="tx1"/>
                    </a:gs>
                    <a:gs pos="100000">
                      <a:srgbClr val="FF0000"/>
                    </a:gs>
                  </a:gsLst>
                  <a:lin ang="16200000" scaled="1"/>
                  <a:tileRect/>
                </a:gra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MF-</a:t>
            </a:r>
            <a:r>
              <a:rPr kumimoji="1" lang="en-US" altLang="ja-JP" sz="4800" b="1" dirty="0" err="1">
                <a:gradFill flip="none" rotWithShape="1">
                  <a:gsLst>
                    <a:gs pos="0">
                      <a:schemeClr val="tx1"/>
                    </a:gs>
                    <a:gs pos="100000">
                      <a:srgbClr val="FF0000"/>
                    </a:gs>
                  </a:gsLst>
                  <a:lin ang="16200000" scaled="1"/>
                  <a:tileRect/>
                </a:gradFill>
                <a:latin typeface="Noto Sans JP Black" panose="020B0200000000000000" pitchFamily="50" charset="-128"/>
                <a:ea typeface="Noto Sans JP Black" panose="020B0200000000000000" pitchFamily="50" charset="-128"/>
              </a:rPr>
              <a:t>MeshConverter</a:t>
            </a:r>
            <a:endParaRPr kumimoji="1" lang="ja-JP" altLang="en-US" sz="4800" b="1" dirty="0">
              <a:gradFill flip="none" rotWithShape="1">
                <a:gsLst>
                  <a:gs pos="0">
                    <a:schemeClr val="tx1"/>
                  </a:gs>
                  <a:gs pos="100000">
                    <a:srgbClr val="FF0000"/>
                  </a:gs>
                </a:gsLst>
                <a:lin ang="16200000" scaled="1"/>
                <a:tileRect/>
              </a:gradFill>
              <a:latin typeface="Noto Sans JP Black" panose="020B0200000000000000" pitchFamily="50" charset="-128"/>
              <a:ea typeface="Noto Sans JP Black" panose="020B0200000000000000" pitchFamily="50" charset="-128"/>
            </a:endParaRP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8081CAE4-E023-F56D-0083-139FC13CF696}"/>
              </a:ext>
            </a:extLst>
          </p:cNvPr>
          <p:cNvSpPr/>
          <p:nvPr/>
        </p:nvSpPr>
        <p:spPr>
          <a:xfrm>
            <a:off x="4013594" y="2046473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C8106675-2916-DC3F-59FF-027B7B13FCA9}"/>
              </a:ext>
            </a:extLst>
          </p:cNvPr>
          <p:cNvSpPr/>
          <p:nvPr/>
        </p:nvSpPr>
        <p:spPr>
          <a:xfrm>
            <a:off x="4013594" y="2601121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CF4754ED-53E0-E227-0D58-852E93F05D63}"/>
              </a:ext>
            </a:extLst>
          </p:cNvPr>
          <p:cNvSpPr/>
          <p:nvPr/>
        </p:nvSpPr>
        <p:spPr>
          <a:xfrm>
            <a:off x="4013594" y="3155769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4CCDCBF9-6D75-E41A-5D1B-B92F98D6C717}"/>
              </a:ext>
            </a:extLst>
          </p:cNvPr>
          <p:cNvSpPr/>
          <p:nvPr/>
        </p:nvSpPr>
        <p:spPr>
          <a:xfrm>
            <a:off x="4627804" y="2046473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6" name="楕円 35">
            <a:extLst>
              <a:ext uri="{FF2B5EF4-FFF2-40B4-BE49-F238E27FC236}">
                <a16:creationId xmlns:a16="http://schemas.microsoft.com/office/drawing/2014/main" id="{CD40A1FE-56E8-4B2D-50C6-2491591BEC9D}"/>
              </a:ext>
            </a:extLst>
          </p:cNvPr>
          <p:cNvSpPr/>
          <p:nvPr/>
        </p:nvSpPr>
        <p:spPr>
          <a:xfrm>
            <a:off x="4627804" y="2601121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楕円 36">
            <a:extLst>
              <a:ext uri="{FF2B5EF4-FFF2-40B4-BE49-F238E27FC236}">
                <a16:creationId xmlns:a16="http://schemas.microsoft.com/office/drawing/2014/main" id="{BB65AC00-1A50-DC07-9534-EFBB7CB8B3FF}"/>
              </a:ext>
            </a:extLst>
          </p:cNvPr>
          <p:cNvSpPr/>
          <p:nvPr/>
        </p:nvSpPr>
        <p:spPr>
          <a:xfrm>
            <a:off x="4627804" y="3155769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8" name="楕円 37">
            <a:extLst>
              <a:ext uri="{FF2B5EF4-FFF2-40B4-BE49-F238E27FC236}">
                <a16:creationId xmlns:a16="http://schemas.microsoft.com/office/drawing/2014/main" id="{D67E14E7-8C61-C644-B8E1-AFFA170CC5D9}"/>
              </a:ext>
            </a:extLst>
          </p:cNvPr>
          <p:cNvSpPr/>
          <p:nvPr/>
        </p:nvSpPr>
        <p:spPr>
          <a:xfrm>
            <a:off x="5242014" y="2046473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9" name="楕円 38">
            <a:extLst>
              <a:ext uri="{FF2B5EF4-FFF2-40B4-BE49-F238E27FC236}">
                <a16:creationId xmlns:a16="http://schemas.microsoft.com/office/drawing/2014/main" id="{FEC452BE-776C-CB3A-514F-04B3A31FF454}"/>
              </a:ext>
            </a:extLst>
          </p:cNvPr>
          <p:cNvSpPr/>
          <p:nvPr/>
        </p:nvSpPr>
        <p:spPr>
          <a:xfrm>
            <a:off x="5242014" y="2601121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楕円 39">
            <a:extLst>
              <a:ext uri="{FF2B5EF4-FFF2-40B4-BE49-F238E27FC236}">
                <a16:creationId xmlns:a16="http://schemas.microsoft.com/office/drawing/2014/main" id="{39C9C04E-0E83-F447-DD79-BEA9890A00AF}"/>
              </a:ext>
            </a:extLst>
          </p:cNvPr>
          <p:cNvSpPr/>
          <p:nvPr/>
        </p:nvSpPr>
        <p:spPr>
          <a:xfrm>
            <a:off x="5242014" y="3155769"/>
            <a:ext cx="152400" cy="152400"/>
          </a:xfrm>
          <a:prstGeom prst="ellipse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2" name="直線コネクタ 41">
            <a:extLst>
              <a:ext uri="{FF2B5EF4-FFF2-40B4-BE49-F238E27FC236}">
                <a16:creationId xmlns:a16="http://schemas.microsoft.com/office/drawing/2014/main" id="{AA6D741B-924E-5B93-A4C7-964683B6BC5B}"/>
              </a:ext>
            </a:extLst>
          </p:cNvPr>
          <p:cNvCxnSpPr>
            <a:stCxn id="32" idx="6"/>
            <a:endCxn id="35" idx="2"/>
          </p:cNvCxnSpPr>
          <p:nvPr/>
        </p:nvCxnSpPr>
        <p:spPr>
          <a:xfrm>
            <a:off x="4165994" y="2122673"/>
            <a:ext cx="4618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9282E734-B138-A8FB-6275-CFF7B4CB0FDB}"/>
              </a:ext>
            </a:extLst>
          </p:cNvPr>
          <p:cNvCxnSpPr>
            <a:cxnSpLocks/>
            <a:stCxn id="35" idx="6"/>
            <a:endCxn id="38" idx="2"/>
          </p:cNvCxnSpPr>
          <p:nvPr/>
        </p:nvCxnSpPr>
        <p:spPr>
          <a:xfrm>
            <a:off x="4780204" y="2122673"/>
            <a:ext cx="4618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直線コネクタ 45">
            <a:extLst>
              <a:ext uri="{FF2B5EF4-FFF2-40B4-BE49-F238E27FC236}">
                <a16:creationId xmlns:a16="http://schemas.microsoft.com/office/drawing/2014/main" id="{449559EB-C9A3-02DF-14C3-B05A37DF6364}"/>
              </a:ext>
            </a:extLst>
          </p:cNvPr>
          <p:cNvCxnSpPr>
            <a:cxnSpLocks/>
            <a:stCxn id="33" idx="6"/>
            <a:endCxn id="36" idx="2"/>
          </p:cNvCxnSpPr>
          <p:nvPr/>
        </p:nvCxnSpPr>
        <p:spPr>
          <a:xfrm>
            <a:off x="4165994" y="2677321"/>
            <a:ext cx="4618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直線コネクタ 48">
            <a:extLst>
              <a:ext uri="{FF2B5EF4-FFF2-40B4-BE49-F238E27FC236}">
                <a16:creationId xmlns:a16="http://schemas.microsoft.com/office/drawing/2014/main" id="{4790E65A-81BC-4AE2-B90A-B8FA8C58723C}"/>
              </a:ext>
            </a:extLst>
          </p:cNvPr>
          <p:cNvCxnSpPr>
            <a:cxnSpLocks/>
            <a:stCxn id="34" idx="6"/>
            <a:endCxn id="37" idx="2"/>
          </p:cNvCxnSpPr>
          <p:nvPr/>
        </p:nvCxnSpPr>
        <p:spPr>
          <a:xfrm>
            <a:off x="4165994" y="3231969"/>
            <a:ext cx="4618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直線コネクタ 51">
            <a:extLst>
              <a:ext uri="{FF2B5EF4-FFF2-40B4-BE49-F238E27FC236}">
                <a16:creationId xmlns:a16="http://schemas.microsoft.com/office/drawing/2014/main" id="{D198DFA1-CDCC-555B-4697-81638DE70F46}"/>
              </a:ext>
            </a:extLst>
          </p:cNvPr>
          <p:cNvCxnSpPr>
            <a:cxnSpLocks/>
            <a:stCxn id="37" idx="6"/>
            <a:endCxn id="40" idx="2"/>
          </p:cNvCxnSpPr>
          <p:nvPr/>
        </p:nvCxnSpPr>
        <p:spPr>
          <a:xfrm>
            <a:off x="4780204" y="3231969"/>
            <a:ext cx="4618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D2C6B440-3067-ED20-094C-9B78CFA9BC57}"/>
              </a:ext>
            </a:extLst>
          </p:cNvPr>
          <p:cNvCxnSpPr>
            <a:cxnSpLocks/>
            <a:stCxn id="36" idx="6"/>
            <a:endCxn id="39" idx="2"/>
          </p:cNvCxnSpPr>
          <p:nvPr/>
        </p:nvCxnSpPr>
        <p:spPr>
          <a:xfrm>
            <a:off x="4780204" y="2677321"/>
            <a:ext cx="461810" cy="0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直線コネクタ 58">
            <a:extLst>
              <a:ext uri="{FF2B5EF4-FFF2-40B4-BE49-F238E27FC236}">
                <a16:creationId xmlns:a16="http://schemas.microsoft.com/office/drawing/2014/main" id="{25D4D23C-B94E-1E31-2E51-28C9048F90D3}"/>
              </a:ext>
            </a:extLst>
          </p:cNvPr>
          <p:cNvCxnSpPr>
            <a:cxnSpLocks/>
            <a:stCxn id="34" idx="0"/>
            <a:endCxn id="33" idx="4"/>
          </p:cNvCxnSpPr>
          <p:nvPr/>
        </p:nvCxnSpPr>
        <p:spPr>
          <a:xfrm flipV="1">
            <a:off x="4089794" y="2753521"/>
            <a:ext cx="0" cy="40224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線コネクタ 61">
            <a:extLst>
              <a:ext uri="{FF2B5EF4-FFF2-40B4-BE49-F238E27FC236}">
                <a16:creationId xmlns:a16="http://schemas.microsoft.com/office/drawing/2014/main" id="{7498E20D-C897-7D60-3AD5-109CCB40A5EB}"/>
              </a:ext>
            </a:extLst>
          </p:cNvPr>
          <p:cNvCxnSpPr>
            <a:cxnSpLocks/>
            <a:stCxn id="33" idx="0"/>
            <a:endCxn id="32" idx="4"/>
          </p:cNvCxnSpPr>
          <p:nvPr/>
        </p:nvCxnSpPr>
        <p:spPr>
          <a:xfrm flipV="1">
            <a:off x="4089794" y="2198873"/>
            <a:ext cx="0" cy="40224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線コネクタ 64">
            <a:extLst>
              <a:ext uri="{FF2B5EF4-FFF2-40B4-BE49-F238E27FC236}">
                <a16:creationId xmlns:a16="http://schemas.microsoft.com/office/drawing/2014/main" id="{15163646-0425-9981-99A3-C125AFEE34D7}"/>
              </a:ext>
            </a:extLst>
          </p:cNvPr>
          <p:cNvCxnSpPr>
            <a:cxnSpLocks/>
            <a:stCxn id="36" idx="0"/>
            <a:endCxn id="35" idx="4"/>
          </p:cNvCxnSpPr>
          <p:nvPr/>
        </p:nvCxnSpPr>
        <p:spPr>
          <a:xfrm flipV="1">
            <a:off x="4704004" y="2198873"/>
            <a:ext cx="0" cy="40224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コネクタ 67">
            <a:extLst>
              <a:ext uri="{FF2B5EF4-FFF2-40B4-BE49-F238E27FC236}">
                <a16:creationId xmlns:a16="http://schemas.microsoft.com/office/drawing/2014/main" id="{850CD948-011B-98B3-ADF1-DCD84C853C28}"/>
              </a:ext>
            </a:extLst>
          </p:cNvPr>
          <p:cNvCxnSpPr>
            <a:cxnSpLocks/>
            <a:stCxn id="37" idx="0"/>
            <a:endCxn id="36" idx="4"/>
          </p:cNvCxnSpPr>
          <p:nvPr/>
        </p:nvCxnSpPr>
        <p:spPr>
          <a:xfrm flipV="1">
            <a:off x="4704004" y="2753521"/>
            <a:ext cx="0" cy="40224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直線コネクタ 70">
            <a:extLst>
              <a:ext uri="{FF2B5EF4-FFF2-40B4-BE49-F238E27FC236}">
                <a16:creationId xmlns:a16="http://schemas.microsoft.com/office/drawing/2014/main" id="{5CE1FC01-170A-B81F-A2A9-D1C16648CBC3}"/>
              </a:ext>
            </a:extLst>
          </p:cNvPr>
          <p:cNvCxnSpPr>
            <a:cxnSpLocks/>
            <a:stCxn id="40" idx="0"/>
            <a:endCxn id="39" idx="4"/>
          </p:cNvCxnSpPr>
          <p:nvPr/>
        </p:nvCxnSpPr>
        <p:spPr>
          <a:xfrm flipV="1">
            <a:off x="5318214" y="2753521"/>
            <a:ext cx="0" cy="40224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DDA266E0-C17B-BB8A-ADD0-41D69B1D71E8}"/>
              </a:ext>
            </a:extLst>
          </p:cNvPr>
          <p:cNvCxnSpPr>
            <a:cxnSpLocks/>
            <a:stCxn id="39" idx="0"/>
            <a:endCxn id="38" idx="4"/>
          </p:cNvCxnSpPr>
          <p:nvPr/>
        </p:nvCxnSpPr>
        <p:spPr>
          <a:xfrm flipV="1">
            <a:off x="5318214" y="2198873"/>
            <a:ext cx="0" cy="402248"/>
          </a:xfrm>
          <a:prstGeom prst="line">
            <a:avLst/>
          </a:prstGeom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直方体 76">
            <a:extLst>
              <a:ext uri="{FF2B5EF4-FFF2-40B4-BE49-F238E27FC236}">
                <a16:creationId xmlns:a16="http://schemas.microsoft.com/office/drawing/2014/main" id="{6F51ABB2-4046-2D78-3ACD-9A644F18EF7D}"/>
              </a:ext>
            </a:extLst>
          </p:cNvPr>
          <p:cNvSpPr/>
          <p:nvPr/>
        </p:nvSpPr>
        <p:spPr>
          <a:xfrm>
            <a:off x="6597649" y="2624933"/>
            <a:ext cx="659423" cy="659423"/>
          </a:xfrm>
          <a:prstGeom prst="cube">
            <a:avLst/>
          </a:prstGeom>
          <a:solidFill>
            <a:schemeClr val="accent6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8" name="直方体 77">
            <a:extLst>
              <a:ext uri="{FF2B5EF4-FFF2-40B4-BE49-F238E27FC236}">
                <a16:creationId xmlns:a16="http://schemas.microsoft.com/office/drawing/2014/main" id="{D53033D1-C786-4959-7190-2D454EC1E103}"/>
              </a:ext>
            </a:extLst>
          </p:cNvPr>
          <p:cNvSpPr/>
          <p:nvPr/>
        </p:nvSpPr>
        <p:spPr>
          <a:xfrm>
            <a:off x="7090448" y="2624933"/>
            <a:ext cx="659423" cy="659423"/>
          </a:xfrm>
          <a:prstGeom prst="cube">
            <a:avLst/>
          </a:prstGeom>
          <a:solidFill>
            <a:schemeClr val="accent4">
              <a:lumMod val="60000"/>
              <a:lumOff val="4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9" name="直方体 78">
            <a:extLst>
              <a:ext uri="{FF2B5EF4-FFF2-40B4-BE49-F238E27FC236}">
                <a16:creationId xmlns:a16="http://schemas.microsoft.com/office/drawing/2014/main" id="{EFD92926-FCA6-ED7E-D892-A9398FA8776F}"/>
              </a:ext>
            </a:extLst>
          </p:cNvPr>
          <p:cNvSpPr/>
          <p:nvPr/>
        </p:nvSpPr>
        <p:spPr>
          <a:xfrm>
            <a:off x="6597649" y="2129997"/>
            <a:ext cx="659423" cy="659423"/>
          </a:xfrm>
          <a:prstGeom prst="cube">
            <a:avLst/>
          </a:prstGeom>
          <a:solidFill>
            <a:schemeClr val="bg2">
              <a:lumMod val="9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0" name="直方体 79">
            <a:extLst>
              <a:ext uri="{FF2B5EF4-FFF2-40B4-BE49-F238E27FC236}">
                <a16:creationId xmlns:a16="http://schemas.microsoft.com/office/drawing/2014/main" id="{E03AD57B-E359-34F7-B39A-26524879097B}"/>
              </a:ext>
            </a:extLst>
          </p:cNvPr>
          <p:cNvSpPr/>
          <p:nvPr/>
        </p:nvSpPr>
        <p:spPr>
          <a:xfrm>
            <a:off x="7090448" y="2129997"/>
            <a:ext cx="659423" cy="659423"/>
          </a:xfrm>
          <a:prstGeom prst="cube">
            <a:avLst/>
          </a:prstGeom>
          <a:solidFill>
            <a:schemeClr val="accent2">
              <a:lumMod val="40000"/>
              <a:lumOff val="6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1" name="矢印: 折線 80">
            <a:extLst>
              <a:ext uri="{FF2B5EF4-FFF2-40B4-BE49-F238E27FC236}">
                <a16:creationId xmlns:a16="http://schemas.microsoft.com/office/drawing/2014/main" id="{EE6EB80E-0B48-06AB-AB47-9C61B0A99199}"/>
              </a:ext>
            </a:extLst>
          </p:cNvPr>
          <p:cNvSpPr/>
          <p:nvPr/>
        </p:nvSpPr>
        <p:spPr>
          <a:xfrm rot="2071185">
            <a:off x="5670699" y="1996733"/>
            <a:ext cx="651089" cy="666915"/>
          </a:xfrm>
          <a:custGeom>
            <a:avLst/>
            <a:gdLst>
              <a:gd name="csX0" fmla="*/ 0 w 651089"/>
              <a:gd name="csY0" fmla="*/ 629321 h 629321"/>
              <a:gd name="csX1" fmla="*/ 0 w 651089"/>
              <a:gd name="csY1" fmla="*/ 618282 h 629321"/>
              <a:gd name="csX2" fmla="*/ 493759 w 651089"/>
              <a:gd name="csY2" fmla="*/ 124523 h 629321"/>
              <a:gd name="csX3" fmla="*/ 493759 w 651089"/>
              <a:gd name="csY3" fmla="*/ 124524 h 629321"/>
              <a:gd name="csX4" fmla="*/ 493759 w 651089"/>
              <a:gd name="csY4" fmla="*/ 0 h 629321"/>
              <a:gd name="csX5" fmla="*/ 651089 w 651089"/>
              <a:gd name="csY5" fmla="*/ 180879 h 629321"/>
              <a:gd name="csX6" fmla="*/ 493759 w 651089"/>
              <a:gd name="csY6" fmla="*/ 361759 h 629321"/>
              <a:gd name="csX7" fmla="*/ 493759 w 651089"/>
              <a:gd name="csY7" fmla="*/ 237235 h 629321"/>
              <a:gd name="csX8" fmla="*/ 493759 w 651089"/>
              <a:gd name="csY8" fmla="*/ 237235 h 629321"/>
              <a:gd name="csX9" fmla="*/ 112712 w 651089"/>
              <a:gd name="csY9" fmla="*/ 618282 h 629321"/>
              <a:gd name="csX10" fmla="*/ 112711 w 651089"/>
              <a:gd name="csY10" fmla="*/ 629321 h 629321"/>
              <a:gd name="csX11" fmla="*/ 0 w 651089"/>
              <a:gd name="csY11" fmla="*/ 629321 h 629321"/>
              <a:gd name="csX0" fmla="*/ 79805 w 651089"/>
              <a:gd name="csY0" fmla="*/ 666915 h 666915"/>
              <a:gd name="csX1" fmla="*/ 0 w 651089"/>
              <a:gd name="csY1" fmla="*/ 618282 h 666915"/>
              <a:gd name="csX2" fmla="*/ 493759 w 651089"/>
              <a:gd name="csY2" fmla="*/ 124523 h 666915"/>
              <a:gd name="csX3" fmla="*/ 493759 w 651089"/>
              <a:gd name="csY3" fmla="*/ 124524 h 666915"/>
              <a:gd name="csX4" fmla="*/ 493759 w 651089"/>
              <a:gd name="csY4" fmla="*/ 0 h 666915"/>
              <a:gd name="csX5" fmla="*/ 651089 w 651089"/>
              <a:gd name="csY5" fmla="*/ 180879 h 666915"/>
              <a:gd name="csX6" fmla="*/ 493759 w 651089"/>
              <a:gd name="csY6" fmla="*/ 361759 h 666915"/>
              <a:gd name="csX7" fmla="*/ 493759 w 651089"/>
              <a:gd name="csY7" fmla="*/ 237235 h 666915"/>
              <a:gd name="csX8" fmla="*/ 493759 w 651089"/>
              <a:gd name="csY8" fmla="*/ 237235 h 666915"/>
              <a:gd name="csX9" fmla="*/ 112712 w 651089"/>
              <a:gd name="csY9" fmla="*/ 618282 h 666915"/>
              <a:gd name="csX10" fmla="*/ 112711 w 651089"/>
              <a:gd name="csY10" fmla="*/ 629321 h 666915"/>
              <a:gd name="csX11" fmla="*/ 79805 w 651089"/>
              <a:gd name="csY11" fmla="*/ 666915 h 66691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</a:cxnLst>
            <a:rect l="l" t="t" r="r" b="b"/>
            <a:pathLst>
              <a:path w="651089" h="666915">
                <a:moveTo>
                  <a:pt x="79805" y="666915"/>
                </a:moveTo>
                <a:cubicBezTo>
                  <a:pt x="79805" y="663235"/>
                  <a:pt x="0" y="621962"/>
                  <a:pt x="0" y="618282"/>
                </a:cubicBezTo>
                <a:cubicBezTo>
                  <a:pt x="0" y="345586"/>
                  <a:pt x="221063" y="124523"/>
                  <a:pt x="493759" y="124523"/>
                </a:cubicBezTo>
                <a:lnTo>
                  <a:pt x="493759" y="124524"/>
                </a:lnTo>
                <a:lnTo>
                  <a:pt x="493759" y="0"/>
                </a:lnTo>
                <a:lnTo>
                  <a:pt x="651089" y="180879"/>
                </a:lnTo>
                <a:lnTo>
                  <a:pt x="493759" y="361759"/>
                </a:lnTo>
                <a:lnTo>
                  <a:pt x="493759" y="237235"/>
                </a:lnTo>
                <a:lnTo>
                  <a:pt x="493759" y="237235"/>
                </a:lnTo>
                <a:cubicBezTo>
                  <a:pt x="283313" y="237235"/>
                  <a:pt x="112712" y="407836"/>
                  <a:pt x="112712" y="618282"/>
                </a:cubicBezTo>
                <a:cubicBezTo>
                  <a:pt x="112712" y="621962"/>
                  <a:pt x="112711" y="625641"/>
                  <a:pt x="112711" y="629321"/>
                </a:cubicBezTo>
                <a:lnTo>
                  <a:pt x="79805" y="666915"/>
                </a:lnTo>
                <a:close/>
              </a:path>
            </a:pathLst>
          </a:custGeom>
          <a:gradFill flip="none" rotWithShape="1">
            <a:gsLst>
              <a:gs pos="0">
                <a:schemeClr val="accent2">
                  <a:lumMod val="20000"/>
                  <a:lumOff val="80000"/>
                </a:schemeClr>
              </a:gs>
              <a:gs pos="35000">
                <a:schemeClr val="accent2">
                  <a:lumMod val="40000"/>
                  <a:lumOff val="60000"/>
                </a:schemeClr>
              </a:gs>
              <a:gs pos="100000">
                <a:srgbClr val="FF0000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7934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</TotalTime>
  <Words>5</Words>
  <Application>Microsoft Office PowerPoint</Application>
  <PresentationFormat>ワイド画面</PresentationFormat>
  <Paragraphs>5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9" baseType="lpstr">
      <vt:lpstr>Noto Sans JP Black</vt:lpstr>
      <vt:lpstr>游ゴシック</vt:lpstr>
      <vt:lpstr>游ゴシック Light</vt:lpstr>
      <vt:lpstr>Arial</vt:lpstr>
      <vt:lpstr>Segoe UI Black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孝洋 佐藤</dc:creator>
  <cp:lastModifiedBy>孝洋 佐藤</cp:lastModifiedBy>
  <cp:revision>8</cp:revision>
  <dcterms:created xsi:type="dcterms:W3CDTF">2026-01-26T13:14:20Z</dcterms:created>
  <dcterms:modified xsi:type="dcterms:W3CDTF">2026-06-22T02:34:53Z</dcterms:modified>
</cp:coreProperties>
</file>